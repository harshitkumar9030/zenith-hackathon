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714bbe0e404400a" /><Relationship Type="http://schemas.openxmlformats.org/officeDocument/2006/relationships/extended-properties" Target="/docProps/app.xml" Id="R4ab3af917917486e" /><Relationship Type="http://schemas.openxmlformats.org/officeDocument/2006/relationships/officeDocument" Target="/ppt/presentation.xml" Id="Rae4b61d09efe4ec5" /></Relationships>
</file>

<file path=ppt/presentation.xml><?xml version="1.0" encoding="utf-8"?>
<p:presentation xmlns:p="http://schemas.openxmlformats.org/presentationml/2006/main">
  <p:sldMasterIdLst>
    <p:sldMasterId xmlns:r="http://schemas.openxmlformats.org/officeDocument/2006/relationships" id="2147483648" r:id="R4fbfd31905354887"/>
  </p:sldMasterIdLst>
  <p:notesMasterIdLst>
    <p:notesMasterId xmlns:r="http://schemas.openxmlformats.org/officeDocument/2006/relationships" r:id="Rcb22da4d164b4d68"/>
  </p:notesMasterIdLst>
  <p:sldIdLst>
    <p:sldId xmlns:r="http://schemas.openxmlformats.org/officeDocument/2006/relationships" id="256" r:id="Rb47fc46fdec84d61"/>
    <p:sldId xmlns:r="http://schemas.openxmlformats.org/officeDocument/2006/relationships" id="257" r:id="R2b262036a52242f7"/>
    <p:sldId xmlns:r="http://schemas.openxmlformats.org/officeDocument/2006/relationships" id="258" r:id="R5a571ff6e61b4252"/>
    <p:sldId xmlns:r="http://schemas.openxmlformats.org/officeDocument/2006/relationships" id="259" r:id="R3eb4d7456f654dad"/>
    <p:sldId xmlns:r="http://schemas.openxmlformats.org/officeDocument/2006/relationships" id="260" r:id="R8148fafb02e5461b"/>
    <p:sldId xmlns:r="http://schemas.openxmlformats.org/officeDocument/2006/relationships" id="261" r:id="R3e4d578c5168452d"/>
    <p:sldId xmlns:r="http://schemas.openxmlformats.org/officeDocument/2006/relationships" id="262" r:id="Rf0b24635c2c84e71"/>
    <p:sldId xmlns:r="http://schemas.openxmlformats.org/officeDocument/2006/relationships" id="263" r:id="R142877bc40d44847"/>
    <p:sldId xmlns:r="http://schemas.openxmlformats.org/officeDocument/2006/relationships" id="264" r:id="R048a87b594e8412e"/>
    <p:sldId xmlns:r="http://schemas.openxmlformats.org/officeDocument/2006/relationships" id="265" r:id="R0ca94c7022b449b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4560b85c79b406c" /><Relationship Type="http://schemas.openxmlformats.org/officeDocument/2006/relationships/slideMaster" Target="/ppt/slideMasters/slideMaster1.xml" Id="R4fbfd31905354887" /><Relationship Type="http://schemas.openxmlformats.org/officeDocument/2006/relationships/notesMaster" Target="/ppt/notesMasters/notesMaster1.xml" Id="Rcb22da4d164b4d68" /><Relationship Type="http://schemas.openxmlformats.org/officeDocument/2006/relationships/presProps" Target="/ppt/presProps.xml" Id="Re5fbed804eab4f31" /><Relationship Type="http://schemas.openxmlformats.org/officeDocument/2006/relationships/tableStyles" Target="/ppt/tableStyles.xml" Id="Rf927c872ea774642" /><Relationship Type="http://schemas.openxmlformats.org/officeDocument/2006/relationships/slide" Target="/ppt/slides/slide1.xml" Id="Rb47fc46fdec84d61" /><Relationship Type="http://schemas.openxmlformats.org/officeDocument/2006/relationships/slide" Target="/ppt/slides/slide2.xml" Id="R2b262036a52242f7" /><Relationship Type="http://schemas.openxmlformats.org/officeDocument/2006/relationships/slide" Target="/ppt/slides/slide3.xml" Id="R5a571ff6e61b4252" /><Relationship Type="http://schemas.openxmlformats.org/officeDocument/2006/relationships/slide" Target="/ppt/slides/slide4.xml" Id="R3eb4d7456f654dad" /><Relationship Type="http://schemas.openxmlformats.org/officeDocument/2006/relationships/slide" Target="/ppt/slides/slide5.xml" Id="R8148fafb02e5461b" /><Relationship Type="http://schemas.openxmlformats.org/officeDocument/2006/relationships/slide" Target="/ppt/slides/slide6.xml" Id="R3e4d578c5168452d" /><Relationship Type="http://schemas.openxmlformats.org/officeDocument/2006/relationships/slide" Target="/ppt/slides/slide7.xml" Id="Rf0b24635c2c84e71" /><Relationship Type="http://schemas.openxmlformats.org/officeDocument/2006/relationships/slide" Target="/ppt/slides/slide8.xml" Id="R142877bc40d44847" /><Relationship Type="http://schemas.openxmlformats.org/officeDocument/2006/relationships/slide" Target="/ppt/slides/slide9.xml" Id="R048a87b594e8412e" /><Relationship Type="http://schemas.openxmlformats.org/officeDocument/2006/relationships/slide" Target="/ppt/slides/slide10.xml" Id="R0ca94c7022b449b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45f8ae424d8470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a669f6af3d45ab" /><Relationship Type="http://schemas.openxmlformats.org/officeDocument/2006/relationships/notesMaster" Target="/ppt/notesMasters/notesMaster1.xml" Id="R77e7432a82474c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76e023f4328482d" /><Relationship Type="http://schemas.openxmlformats.org/officeDocument/2006/relationships/notesMaster" Target="/ppt/notesMasters/notesMaster1.xml" Id="Rbd06f869dae54e2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6ece75938584d6a" /><Relationship Type="http://schemas.openxmlformats.org/officeDocument/2006/relationships/notesMaster" Target="/ppt/notesMasters/notesMaster1.xml" Id="R1565c420ce1f482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465f40d0bea4ccb" /><Relationship Type="http://schemas.openxmlformats.org/officeDocument/2006/relationships/notesMaster" Target="/ppt/notesMasters/notesMaster1.xml" Id="R27c50a566b554c4b" /></Relationships>
</file>

<file path=ppt/notesSlides/_rels/notesSlide5.xml.rels>&#65279;<?xml version="1.0" encoding="utf-8"?><Relationships xmlns="http://schemas.openxmlformats.org/package/2006/relationships"><Relationship Type="http://schemas.openxmlformats.org/officeDocument/2006/relationships/slide" Target="/ppt/slides/slide5.xml" Id="Re2bb197827c041d7" /><Relationship Type="http://schemas.openxmlformats.org/officeDocument/2006/relationships/notesMaster" Target="/ppt/notesMasters/notesMaster1.xml" Id="R65545165c4df4d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bb0988b8e10f4b83" /><Relationship Type="http://schemas.openxmlformats.org/officeDocument/2006/relationships/notesMaster" Target="/ppt/notesMasters/notesMaster1.xml" Id="R3bb75b9a15d94353"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4f544bfd004172" /><Relationship Type="http://schemas.openxmlformats.org/officeDocument/2006/relationships/notesMaster" Target="/ppt/notesMasters/notesMaster1.xml" Id="Rb2a60b1f2b9449c9" /></Relationships>
</file>

<file path=ppt/notesSlides/_rels/notesSlide8.xml.rels>&#65279;<?xml version="1.0" encoding="utf-8"?><Relationships xmlns="http://schemas.openxmlformats.org/package/2006/relationships"><Relationship Type="http://schemas.openxmlformats.org/officeDocument/2006/relationships/slide" Target="/ppt/slides/slide8.xml" Id="Rd9dce8514b9749b5" /><Relationship Type="http://schemas.openxmlformats.org/officeDocument/2006/relationships/notesMaster" Target="/ppt/notesMasters/notesMaster1.xml" Id="Rf4b730d7bbb14aa9" /></Relationships>
</file>

<file path=ppt/notesSlides/_rels/notesSlide9.xml.rels>&#65279;<?xml version="1.0" encoding="utf-8"?><Relationships xmlns="http://schemas.openxmlformats.org/package/2006/relationships"><Relationship Type="http://schemas.openxmlformats.org/officeDocument/2006/relationships/slide" Target="/ppt/slides/slide9.xml" Id="Ra426de9b54934bae" /><Relationship Type="http://schemas.openxmlformats.org/officeDocument/2006/relationships/notesMaster" Target="/ppt/notesMasters/notesMaster1.xml" Id="R9514a367ae614c7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f4fef5099f3425f" /><Relationship Type="http://schemas.openxmlformats.org/officeDocument/2006/relationships/notesMaster" Target="/ppt/notesMasters/notesMaster1.xml" Id="R519f43f16e9d495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bottle, a lined cup or a mixed wrapper can leave a resident with the same question: what do I do with this? Waste Right connects identification with booking and a measured collection receipt. The resident stays in control throughout.</a:t>
            </a:r>
          </a:p>
          <a:p xmlns:a="http://schemas.openxmlformats.org/drawingml/2006/main">
            <a:r>
              <a:t/>
            </a:r>
          </a:p>
          <a:p xmlns:a="http://schemas.openxmlformats.org/drawingml/2006/main">
            <a:r>
              <a:t>Sources: /Users/harshit/Downloads/Waste-Right-Final-Pitch.pptx slides 1 and 16. Cover illustration reused from the supplied deck.</a:t>
            </a:r>
          </a:p>
          <a:p xmlns:a="http://schemas.openxmlformats.org/drawingml/2006/main">
            <a:r>
              <a:t>Project snapshot: 24 October 2026. Pilot figures are proposals, not achieved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gap is between knowing how to sort an item and actually getting it collected. We begin in one housing society, where nearby households can share collection routes. This is the proposed pilot audience, not a claim of paid customers.</a:t>
            </a:r>
          </a:p>
          <a:p xmlns:a="http://schemas.openxmlformats.org/drawingml/2006/main">
            <a:r>
              <a:t/>
            </a:r>
          </a:p>
          <a:p xmlns:a="http://schemas.openxmlformats.org/drawingml/2006/main">
            <a:r>
              <a:t>Sources: /Users/harshit/Downloads/Waste-Right-Final-Pitch.pptx slides 2 and 15; /Users/harshit/Documents/zenith-hacakthon/docs/wastewise-business-model.md, customer segment and pilot sections.</a:t>
            </a:r>
          </a:p>
          <a:p xmlns:a="http://schemas.openxmlformats.org/drawingml/2006/main">
            <a:r>
              <a:t>Project snapshot: 24 October 2026. Pilot figures are proposals, not achieved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demo follows this exact sequence. AI proposes the item checklist, the resident confirms it, and booking opens with saved details. Only the helper measures weight. The resident can approve or dispute the receipt. The screenshot comes from the supplied 23 October deck and shows the camera-off interface, not a validated physical-device scan.</a:t>
            </a:r>
          </a:p>
          <a:p xmlns:a="http://schemas.openxmlformats.org/drawingml/2006/main">
            <a:r>
              <a:t/>
            </a:r>
          </a:p>
          <a:p xmlns:a="http://schemas.openxmlformats.org/drawingml/2006/main">
            <a:r>
              <a:t>Sources: /Users/harshit/Downloads/Waste-Right-Final-Pitch.pptx slides 3 to 6; /Users/harshit/Documents/zenith-hacakthon/web-app/README.md, Accounts and workflows. Screenshot reused from the supplied deck.</a:t>
            </a:r>
          </a:p>
          <a:p xmlns:a="http://schemas.openxmlformats.org/drawingml/2006/main">
            <a:r>
              <a:t>Project snapshot: 24 October 2026. Pilot figures are proposals, not achieved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identification is assistance, not a scale or a verified disposal claim. Helper accounts have a separate English/Hindi workspace and require Operations approval. Paper, plastic and metal need buyers who accept the grade. Organics need an agreed collection and composting arrangement. Batteries and specialist items require a separate appropriate channel. Those receiving partners remain launch work.</a:t>
            </a:r>
          </a:p>
          <a:p xmlns:a="http://schemas.openxmlformats.org/drawingml/2006/main">
            <a:r>
              <a:t/>
            </a:r>
          </a:p>
          <a:p xmlns:a="http://schemas.openxmlformats.org/drawingml/2006/main">
            <a:r>
              <a:t>Sources: /Users/harshit/Downloads/Waste-Right-Final-Pitch.pptx slides 5, 9 and 10; /Users/harshit/Documents/zenith-hacakthon/web-app/README.md, Accounts and workflows.</a:t>
            </a:r>
          </a:p>
          <a:p xmlns:a="http://schemas.openxmlformats.org/drawingml/2006/main">
            <a:r>
              <a:t>Project snapshot: 24 October 2026. Pilot figures are proposals, not achieved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current application prices. Basic has no resident recovery share. Gold and Platinum shares apply to positive net proceeds from accepted material after documented direct costs, not the subscription. Pickup and weight caps both apply. Monthly passes renew manually. These pilot prices must still prove viable against real collection costs.</a:t>
            </a:r>
          </a:p>
          <a:p xmlns:a="http://schemas.openxmlformats.org/drawingml/2006/main">
            <a:r>
              <a:t/>
            </a:r>
          </a:p>
          <a:p xmlns:a="http://schemas.openxmlformats.org/drawingml/2006/main">
            <a:r>
              <a:t>Sources: /Users/harshit/Documents/zenith-hacakthon/web-app/src/lib/catalog.ts; /Users/harshit/Documents/zenith-hacakthon/web-app/README.md, Pilot pricing and payments. Supersedes the older suggested ₹559/₹859 business-model revision.</a:t>
            </a:r>
          </a:p>
          <a:p xmlns:a="http://schemas.openxmlformats.org/drawingml/2006/main">
            <a:r>
              <a:t>Project snapshot: 24 October 2026. Pilot figures are proposals, not achieved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example is a daytime Basic pickup at 10 am. Separated waste has no sorting fee. Unsegregated waste adds ₹5 per helper-measured kilogram. Evening fees start at ₹5, add ₹1 for unsegregated waste, and another ₹1 after weighing if above 2 kg. The service operates from 7 am to before 2 pm and 5 pm through 7 pm India time. Daily points use the India calendar date and cannot be earned again by reconfirming an old scan. Ten points can redeem a Basic pickup credit, up to twice monthly. Sorting and evening charges remain payable.</a:t>
            </a:r>
          </a:p>
          <a:p xmlns:a="http://schemas.openxmlformats.org/drawingml/2006/main">
            <a:r>
              <a:t/>
            </a:r>
          </a:p>
          <a:p xmlns:a="http://schemas.openxmlformats.org/drawingml/2006/main">
            <a:r>
              <a:t>Sources: /Users/harshit/Downloads/Waste-Right-Final-Pitch.pptx slides 8 and 11; /Users/harshit/Documents/zenith-hacakthon/web-app/README.md, Pickup times and evening surcharge and reward rules.</a:t>
            </a:r>
          </a:p>
          <a:p xmlns:a="http://schemas.openxmlformats.org/drawingml/2006/main">
            <a:r>
              <a:t>Project snapshot: 24 October 2026. Pilot figures are proposals, not achieved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Customers pay for collection convenience. Service receipts and material recovery are separate income streams. Buyer proceeds are not guaranteed profit. Operations records the actual accepted proceeds and direct costs before the plan-specific resident share. Recorded payout references represent operator records, not automated bank transfers. No material resale price or profitability claim is assumed.</a:t>
            </a:r>
          </a:p>
          <a:p xmlns:a="http://schemas.openxmlformats.org/drawingml/2006/main">
            <a:r>
              <a:t/>
            </a:r>
          </a:p>
          <a:p xmlns:a="http://schemas.openxmlformats.org/drawingml/2006/main">
            <a:r>
              <a:t>Sources: /Users/harshit/Downloads/Waste-Right-Final-Pitch.pptx slides 10 and 12; /Users/harshit/Documents/zenith-hacakthon/web-app/README.md, Accounts and workflows and pricing.</a:t>
            </a:r>
          </a:p>
          <a:p xmlns:a="http://schemas.openxmlformats.org/drawingml/2006/main">
            <a:r>
              <a:t>Project snapshot: 24 October 2026. Pilot figures are proposals, not achieved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prototype includes distinct resident and helper roles, an editable AI checklist, receipt approval and an Operations layer. It uses Next.js and MongoDB with Gemini image understanding and browser Tesseract OCR. Credentials remain server-side. Razorpay uses test credentials. Credential checks and synthetic webhook tests do not establish successful end-to-end checkout, refunds or public webhook delivery. A custom trained waste model and automatic bank payouts are not claimed.</a:t>
            </a:r>
          </a:p>
          <a:p xmlns:a="http://schemas.openxmlformats.org/drawingml/2006/main">
            <a:r>
              <a:t/>
            </a:r>
          </a:p>
          <a:p xmlns:a="http://schemas.openxmlformats.org/drawingml/2006/main">
            <a:r>
              <a:t>Sources: /Users/harshit/Downloads/Waste-Right-Final-Pitch.pptx slide 14; /Users/harshit/Documents/zenith-hacakthon/web-app/README.md; /Users/harshit/Documents/zenith-hacakthon/docs/verification.md.</a:t>
            </a:r>
          </a:p>
          <a:p xmlns:a="http://schemas.openxmlformats.org/drawingml/2006/main">
            <a:r>
              <a:t>Project snapshot: 24 October 2026. Pilot figures are proposals, not achieved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scenario is illustrative. Revenue equals 20 × ₹599 plus 10 × ₹699 = ₹18,970. Entitlement equals 20 × 14 plus 10 × 24 = 520 pickups. Dividing gives ₹36.48 of subscription revenue per included pickup at full use. This excludes recovery, extra fees and every operating cost. It is not profit or a quoted collection cost. The pilot should measure actual use and the cost at full entitlement, including fair helper compensation, route transport, support and refunds. Change pricing or entitlements if measured direct costs make the offer unviable.</a:t>
            </a:r>
          </a:p>
          <a:p xmlns:a="http://schemas.openxmlformats.org/drawingml/2006/main">
            <a:r>
              <a:t/>
            </a:r>
          </a:p>
          <a:p xmlns:a="http://schemas.openxmlformats.org/drawingml/2006/main">
            <a:r>
              <a:t>Sources: /Users/harshit/Downloads/Waste-Right-Final-Pitch.pptx slide 13; /Users/harshit/Documents/zenith-hacakthon/web-app/src/lib/catalog.ts. Arithmetic independently recomputed.</a:t>
            </a:r>
          </a:p>
          <a:p xmlns:a="http://schemas.openxmlformats.org/drawingml/2006/main">
            <a:r>
              <a:t>Project snapshot: 24 October 2026. Pilot figures are proposals, not achieved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ask is a proposed 30-household, 30-day pilot in one society, with a dedicated collection team and confirmed downstream partners. Track completed and missed pickups, cost per collection and kilogram, contamination or rejected loads, repeat bookings, reward use, disputes and settlement time. Expansion should follow reliable service and positive contribution after direct costs. Close by inviting a housing society and collection partners to test the full handover, rather than claiming pilot partners already exist.</a:t>
            </a:r>
          </a:p>
          <a:p xmlns:a="http://schemas.openxmlformats.org/drawingml/2006/main">
            <a:r>
              <a:t/>
            </a:r>
          </a:p>
          <a:p xmlns:a="http://schemas.openxmlformats.org/drawingml/2006/main">
            <a:r>
              <a:t>Sources: /Users/harshit/Downloads/Waste-Right-Final-Pitch.pptx slides 15 and 16; /Users/harshit/Documents/zenith-hacakthon/docs/wastewise-business-model.md, pilot decision gates.</a:t>
            </a:r>
          </a:p>
          <a:p xmlns:a="http://schemas.openxmlformats.org/drawingml/2006/main">
            <a:r>
              <a:t>Project snapshot: 24 October 2026. Pilot figures are proposals, not achieved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745d511b4154fc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32236a958e944d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b3dc65a747f4e3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73854562a504c8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8fe49aa96c942d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aa1f5a6993c468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90B747-73F9-498B-A96D-9AE304C250F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0184DB8-94A5-438D-A8B3-0AF76D97405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06BE316-A2D8-43E6-95DB-FF0AE29B082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13B0A4-7D51-423C-A223-A736CE2D15F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54B0E4-3AE0-47A8-96F4-882E0449802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E94A94D-EFC2-4CD6-86CC-1842373EA9D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FC84C0-FBC2-4226-A328-B7796F6C477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171FD6A-FC0E-4E97-AD7F-88E58291B9F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D45E22-8B05-48A3-BA8E-2C9FAEC346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1072E2F-1FBD-4961-8430-6B86C6A2EA5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cf065cc5a1402b" /><Relationship Type="http://schemas.openxmlformats.org/officeDocument/2006/relationships/slideLayout" Target="/ppt/slideLayouts/slideLayout1.xml" Id="Rafefdf6cdee54e97" /><Relationship Type="http://schemas.openxmlformats.org/officeDocument/2006/relationships/slideLayout" Target="/ppt/slideLayouts/slideLayout2.xml" Id="Rb32250f6c55046b1" /><Relationship Type="http://schemas.openxmlformats.org/officeDocument/2006/relationships/slideLayout" Target="/ppt/slideLayouts/slideLayout3.xml" Id="R84f58fa8ee17428c" /><Relationship Type="http://schemas.openxmlformats.org/officeDocument/2006/relationships/slideLayout" Target="/ppt/slideLayouts/slideLayout4.xml" Id="Rb4b960d2b8a84541" /><Relationship Type="http://schemas.openxmlformats.org/officeDocument/2006/relationships/slideLayout" Target="/ppt/slideLayouts/slideLayout5.xml" Id="R7a3cf868663c4557" /><Relationship Type="http://schemas.openxmlformats.org/officeDocument/2006/relationships/slideLayout" Target="/ppt/slideLayouts/slideLayout6.xml" Id="R6693877054af410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efdf6cdee54e97"/>
    <p:sldLayoutId xmlns:r="http://schemas.openxmlformats.org/officeDocument/2006/relationships" id="2147483650" r:id="Rb32250f6c55046b1"/>
    <p:sldLayoutId xmlns:r="http://schemas.openxmlformats.org/officeDocument/2006/relationships" id="2147483651" r:id="R84f58fa8ee17428c"/>
    <p:sldLayoutId xmlns:r="http://schemas.openxmlformats.org/officeDocument/2006/relationships" id="2147483652" r:id="Rb4b960d2b8a84541"/>
    <p:sldLayoutId xmlns:r="http://schemas.openxmlformats.org/officeDocument/2006/relationships" id="2147483653" r:id="R7a3cf868663c4557"/>
    <p:sldLayoutId xmlns:r="http://schemas.openxmlformats.org/officeDocument/2006/relationships" id="2147483654" r:id="R6693877054af410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cb92a0b4b9847a8" /><Relationship Type="http://schemas.openxmlformats.org/officeDocument/2006/relationships/image" Target="/ppt/media/image.png" Id="R69a5d2d94815417d" /><Relationship Type="http://schemas.openxmlformats.org/officeDocument/2006/relationships/notesSlide" Target="/ppt/notesSlides/notesSlide1.xml" Id="Rafcea483fbb643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b263fe990aa4d21" /><Relationship Type="http://schemas.openxmlformats.org/officeDocument/2006/relationships/notesSlide" Target="/ppt/notesSlides/notesSlide2.xml" Id="Ra6fcf4fccca04bc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a5a98b61f9345ac" /><Relationship Type="http://schemas.openxmlformats.org/officeDocument/2006/relationships/image" Target="/ppt/media/image.jpeg" Id="R3578119ae4794f29" /><Relationship Type="http://schemas.openxmlformats.org/officeDocument/2006/relationships/notesSlide" Target="/ppt/notesSlides/notesSlide3.xml" Id="Re7cebddc423148a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e568febceb54df4" /><Relationship Type="http://schemas.openxmlformats.org/officeDocument/2006/relationships/notesSlide" Target="/ppt/notesSlides/notesSlide4.xml" Id="R14778f5cd56646a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bcd5746ff7e4857" /><Relationship Type="http://schemas.openxmlformats.org/officeDocument/2006/relationships/notesSlide" Target="/ppt/notesSlides/notesSlide5.xml" Id="R1b44a9655fa44df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020edbd729143e9" /><Relationship Type="http://schemas.openxmlformats.org/officeDocument/2006/relationships/notesSlide" Target="/ppt/notesSlides/notesSlide6.xml" Id="R8fad9fe2c17748a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d652edb541e487e" /><Relationship Type="http://schemas.openxmlformats.org/officeDocument/2006/relationships/notesSlide" Target="/ppt/notesSlides/notesSlide7.xml" Id="R4315fd82afba4c4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5dd5073d1bd42e7" /><Relationship Type="http://schemas.openxmlformats.org/officeDocument/2006/relationships/notesSlide" Target="/ppt/notesSlides/notesSlide8.xml" Id="R1c569bc573a3446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6fdf91fd359447d" /><Relationship Type="http://schemas.openxmlformats.org/officeDocument/2006/relationships/notesSlide" Target="/ppt/notesSlides/notesSlide9.xml" Id="R5db999d6d727490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6fd59c4ae9b45e6" /><Relationship Type="http://schemas.openxmlformats.org/officeDocument/2006/relationships/notesSlide" Target="/ppt/notesSlides/notesSlide10.xml" Id="R67b49149668548fc" /></Relationships>
</file>

<file path=ppt/slides/slide1.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8" name="cover-title">
            <a:extLst xmlns:a="http://schemas.openxmlformats.org/drawingml/2006/main">
              <a:ext uri="{FF2B5EF4-FFF2-40B4-BE49-F238E27FC236}">
                <a16:creationId xmlns:a16="http://schemas.microsoft.com/office/drawing/2014/main" id="{1D3C21FE-FCC1-4412-B52F-8C535C8ACB7C}"/>
              </a:ext>
            </a:extLst>
          </p:cNvPr>
          <p:cNvSpPr>
            <a:spLocks xmlns:a="http://schemas.openxmlformats.org/drawingml/2006/main" noGrp="1"/>
          </p:cNvSpPr>
          <p:nvPr/>
        </p:nvSpPr>
        <p:spPr>
          <a:xfrm xmlns:a="http://schemas.openxmlformats.org/drawingml/2006/main">
            <a:off x="666750" y="1143000"/>
            <a:ext cx="571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550" b="1">
                <a:solidFill>
                  <a:srgbClr val="193F30"/>
                </a:solidFill>
              </a:defRPr>
            </a:defPPr>
            <a:lvl1pPr>
              <a:defRPr sz="5550" b="1">
                <a:solidFill>
                  <a:srgbClr val="193F30"/>
                </a:solidFill>
              </a:defRPr>
            </a:lvl1pPr>
            <a:lvl2pPr>
              <a:defRPr sz="5550" b="1">
                <a:solidFill>
                  <a:srgbClr val="193F30"/>
                </a:solidFill>
              </a:defRPr>
            </a:lvl2pPr>
            <a:lvl3pPr>
              <a:defRPr sz="5550" b="1">
                <a:solidFill>
                  <a:srgbClr val="193F30"/>
                </a:solidFill>
              </a:defRPr>
            </a:lvl3pPr>
            <a:lvl4pPr>
              <a:defRPr sz="5550" b="1">
                <a:solidFill>
                  <a:srgbClr val="193F30"/>
                </a:solidFill>
              </a:defRPr>
            </a:lvl4pPr>
            <a:lvl5pPr>
              <a:defRPr sz="5550" b="1">
                <a:solidFill>
                  <a:srgbClr val="193F30"/>
                </a:solidFill>
              </a:defRPr>
            </a:lvl5pPr>
            <a:lvl6pPr>
              <a:defRPr sz="5550" b="1">
                <a:solidFill>
                  <a:srgbClr val="193F30"/>
                </a:solidFill>
              </a:defRPr>
            </a:lvl6pPr>
            <a:lvl7pPr>
              <a:defRPr sz="5550" b="1">
                <a:solidFill>
                  <a:srgbClr val="193F30"/>
                </a:solidFill>
              </a:defRPr>
            </a:lvl7pPr>
            <a:lvl8pPr>
              <a:defRPr sz="5550" b="1">
                <a:solidFill>
                  <a:srgbClr val="193F30"/>
                </a:solidFill>
              </a:defRPr>
            </a:lvl8pPr>
            <a:lvl9pPr>
              <a:defRPr sz="5550" b="1">
                <a:solidFill>
                  <a:srgbClr val="193F30"/>
                </a:solidFill>
              </a:defRPr>
            </a:lvl9pPr>
          </a:lstStyle>
          <a:p xmlns:a="http://schemas.openxmlformats.org/drawingml/2006/main">
            <a:pPr>
              <a:defRPr sz="5550" b="1">
                <a:solidFill>
                  <a:srgbClr val="193F30"/>
                </a:solidFill>
              </a:defRPr>
            </a:pPr>
            <a:r>
              <a:rPr sz="5550" b="1">
                <a:solidFill>
                  <a:srgbClr val="193F30"/>
                </a:solidFill>
              </a:rPr>
              <a:t>Waste Right</a:t>
            </a:r>
          </a:p>
        </p:txBody>
      </p:sp>
      <p:pic>
        <p:nvPicPr>
          <p:cNvPr id="2" name="">
            <a:extLst xmlns:a="http://schemas.openxmlformats.org/drawingml/2006/main">
              <a:ext uri="{FF2B5EF4-FFF2-40B4-BE49-F238E27FC236}">
                <a16:creationId xmlns:a16="http://schemas.microsoft.com/office/drawing/2014/main" id="{121CA440-DA5F-44D8-A858-2CB54CC2A33F}"/>
              </a:ext>
            </a:extLst>
          </p:cNvPr>
          <p:cNvPicPr>
            <a:picLocks xmlns:a="http://schemas.openxmlformats.org/drawingml/2006/main" noChangeAspect="1"/>
          </p:cNvPicPr>
          <p:nvPr/>
        </p:nvPicPr>
        <p:blipFill>
          <a:blip xmlns:r="http://schemas.openxmlformats.org/officeDocument/2006/relationships" xmlns:a="http://schemas.openxmlformats.org/drawingml/2006/main" r:embed="R69a5d2d94815417d"/>
          <a:stretch xmlns:a="http://schemas.openxmlformats.org/drawingml/2006/main"/>
        </p:blipFill>
        <p:spPr>
          <a:xfrm xmlns:a="http://schemas.openxmlformats.org/drawingml/2006/main">
            <a:off x="6191250" y="857250"/>
            <a:ext cx="5524500" cy="5524500"/>
          </a:xfrm>
          <a:prstGeom xmlns:a="http://schemas.openxmlformats.org/drawingml/2006/main" prst="rect">
            <a:avLst/>
          </a:prstGeom>
        </p:spPr>
      </p:pic>
      <p:sp>
        <p:nvSpPr>
          <p:cNvPr id="3" name="eyebrow">
            <a:extLst xmlns:a="http://schemas.openxmlformats.org/drawingml/2006/main">
              <a:ext uri="{FF2B5EF4-FFF2-40B4-BE49-F238E27FC236}">
                <a16:creationId xmlns:a16="http://schemas.microsoft.com/office/drawing/2014/main" id="{124274AC-C434-4C22-81C0-189BAE29969A}"/>
              </a:ext>
            </a:extLst>
          </p:cNvPr>
          <p:cNvSpPr>
            <a:spLocks xmlns:a="http://schemas.openxmlformats.org/drawingml/2006/main" noGrp="1"/>
          </p:cNvSpPr>
          <p:nvPr/>
        </p:nvSpPr>
        <p:spPr>
          <a:xfrm xmlns:a="http://schemas.openxmlformats.org/drawingml/2006/main">
            <a:off x="666750" y="61912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1">
                <a:solidFill>
                  <a:srgbClr val="626E63"/>
                </a:solidFill>
              </a:defRPr>
            </a:defPPr>
            <a:lvl1pPr>
              <a:defRPr sz="1500" b="1">
                <a:solidFill>
                  <a:srgbClr val="626E63"/>
                </a:solidFill>
              </a:defRPr>
            </a:lvl1pPr>
            <a:lvl2pPr>
              <a:defRPr sz="1500" b="1">
                <a:solidFill>
                  <a:srgbClr val="626E63"/>
                </a:solidFill>
              </a:defRPr>
            </a:lvl2pPr>
            <a:lvl3pPr>
              <a:defRPr sz="1500" b="1">
                <a:solidFill>
                  <a:srgbClr val="626E63"/>
                </a:solidFill>
              </a:defRPr>
            </a:lvl3pPr>
            <a:lvl4pPr>
              <a:defRPr sz="1500" b="1">
                <a:solidFill>
                  <a:srgbClr val="626E63"/>
                </a:solidFill>
              </a:defRPr>
            </a:lvl4pPr>
            <a:lvl5pPr>
              <a:defRPr sz="1500" b="1">
                <a:solidFill>
                  <a:srgbClr val="626E63"/>
                </a:solidFill>
              </a:defRPr>
            </a:lvl5pPr>
            <a:lvl6pPr>
              <a:defRPr sz="1500" b="1">
                <a:solidFill>
                  <a:srgbClr val="626E63"/>
                </a:solidFill>
              </a:defRPr>
            </a:lvl6pPr>
            <a:lvl7pPr>
              <a:defRPr sz="1500" b="1">
                <a:solidFill>
                  <a:srgbClr val="626E63"/>
                </a:solidFill>
              </a:defRPr>
            </a:lvl7pPr>
            <a:lvl8pPr>
              <a:defRPr sz="1500" b="1">
                <a:solidFill>
                  <a:srgbClr val="626E63"/>
                </a:solidFill>
              </a:defRPr>
            </a:lvl8pPr>
            <a:lvl9pPr>
              <a:defRPr sz="1500" b="1">
                <a:solidFill>
                  <a:srgbClr val="626E63"/>
                </a:solidFill>
              </a:defRPr>
            </a:lvl9pPr>
          </a:lstStyle>
          <a:p xmlns:a="http://schemas.openxmlformats.org/drawingml/2006/main">
            <a:pPr>
              <a:defRPr sz="1500" b="1">
                <a:solidFill>
                  <a:srgbClr val="626E63"/>
                </a:solidFill>
              </a:defRPr>
            </a:pPr>
            <a:r>
              <a:rPr sz="1500" b="1">
                <a:solidFill>
                  <a:srgbClr val="626E63"/>
                </a:solidFill>
              </a:rPr>
              <a:t>ZENITH HACKATHON</a:t>
            </a:r>
          </a:p>
        </p:txBody>
      </p:sp>
      <p:sp>
        <p:nvSpPr>
          <p:cNvPr id="4" name="main-promise">
            <a:extLst xmlns:a="http://schemas.openxmlformats.org/drawingml/2006/main">
              <a:ext uri="{FF2B5EF4-FFF2-40B4-BE49-F238E27FC236}">
                <a16:creationId xmlns:a16="http://schemas.microsoft.com/office/drawing/2014/main" id="{EC53C8A5-A5FD-4392-8516-512D3037DFD1}"/>
              </a:ext>
            </a:extLst>
          </p:cNvPr>
          <p:cNvSpPr>
            <a:spLocks xmlns:a="http://schemas.openxmlformats.org/drawingml/2006/main" noGrp="1"/>
          </p:cNvSpPr>
          <p:nvPr/>
        </p:nvSpPr>
        <p:spPr>
          <a:xfrm xmlns:a="http://schemas.openxmlformats.org/drawingml/2006/main">
            <a:off x="666750" y="2438400"/>
            <a:ext cx="5715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050" b="1">
                <a:solidFill>
                  <a:srgbClr val="193F30"/>
                </a:solidFill>
              </a:defRPr>
            </a:defPPr>
            <a:lvl1pPr>
              <a:defRPr sz="4050" b="1">
                <a:solidFill>
                  <a:srgbClr val="193F30"/>
                </a:solidFill>
              </a:defRPr>
            </a:lvl1pPr>
            <a:lvl2pPr>
              <a:defRPr sz="4050" b="1">
                <a:solidFill>
                  <a:srgbClr val="193F30"/>
                </a:solidFill>
              </a:defRPr>
            </a:lvl2pPr>
            <a:lvl3pPr>
              <a:defRPr sz="4050" b="1">
                <a:solidFill>
                  <a:srgbClr val="193F30"/>
                </a:solidFill>
              </a:defRPr>
            </a:lvl3pPr>
            <a:lvl4pPr>
              <a:defRPr sz="4050" b="1">
                <a:solidFill>
                  <a:srgbClr val="193F30"/>
                </a:solidFill>
              </a:defRPr>
            </a:lvl4pPr>
            <a:lvl5pPr>
              <a:defRPr sz="4050" b="1">
                <a:solidFill>
                  <a:srgbClr val="193F30"/>
                </a:solidFill>
              </a:defRPr>
            </a:lvl5pPr>
            <a:lvl6pPr>
              <a:defRPr sz="4050" b="1">
                <a:solidFill>
                  <a:srgbClr val="193F30"/>
                </a:solidFill>
              </a:defRPr>
            </a:lvl6pPr>
            <a:lvl7pPr>
              <a:defRPr sz="4050" b="1">
                <a:solidFill>
                  <a:srgbClr val="193F30"/>
                </a:solidFill>
              </a:defRPr>
            </a:lvl7pPr>
            <a:lvl8pPr>
              <a:defRPr sz="4050" b="1">
                <a:solidFill>
                  <a:srgbClr val="193F30"/>
                </a:solidFill>
              </a:defRPr>
            </a:lvl8pPr>
            <a:lvl9pPr>
              <a:defRPr sz="4050" b="1">
                <a:solidFill>
                  <a:srgbClr val="193F30"/>
                </a:solidFill>
              </a:defRPr>
            </a:lvl9pPr>
          </a:lstStyle>
          <a:p xmlns:a="http://schemas.openxmlformats.org/drawingml/2006/main">
            <a:pPr>
              <a:defRPr sz="4050" b="1">
                <a:solidFill>
                  <a:srgbClr val="193F30"/>
                </a:solidFill>
              </a:defRPr>
            </a:pPr>
            <a:r>
              <a:rPr sz="4050" b="1">
                <a:solidFill>
                  <a:srgbClr val="193F30"/>
                </a:solidFill>
              </a:rPr>
              <a:t>Everyday waste.</a:t>
            </a:r>
          </a:p>
          <a:p xmlns:a="http://schemas.openxmlformats.org/drawingml/2006/main">
            <a:pPr>
              <a:defRPr sz="4050" b="1">
                <a:solidFill>
                  <a:srgbClr val="193F30"/>
                </a:solidFill>
              </a:defRPr>
            </a:pPr>
            <a:r>
              <a:rPr sz="4050" b="1">
                <a:solidFill>
                  <a:srgbClr val="193F30"/>
                </a:solidFill>
              </a:rPr>
              <a:t>One simpler pickup.</a:t>
            </a:r>
          </a:p>
        </p:txBody>
      </p:sp>
      <p:sp>
        <p:nvSpPr>
          <p:cNvPr id="5" name="subtitle">
            <a:extLst xmlns:a="http://schemas.openxmlformats.org/drawingml/2006/main">
              <a:ext uri="{FF2B5EF4-FFF2-40B4-BE49-F238E27FC236}">
                <a16:creationId xmlns:a16="http://schemas.microsoft.com/office/drawing/2014/main" id="{45950D07-A047-404E-9CE1-5C3195E03F5A}"/>
              </a:ext>
            </a:extLst>
          </p:cNvPr>
          <p:cNvSpPr>
            <a:spLocks xmlns:a="http://schemas.openxmlformats.org/drawingml/2006/main" noGrp="1"/>
          </p:cNvSpPr>
          <p:nvPr/>
        </p:nvSpPr>
        <p:spPr>
          <a:xfrm xmlns:a="http://schemas.openxmlformats.org/drawingml/2006/main">
            <a:off x="685800" y="4333875"/>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626E63"/>
                </a:solidFill>
              </a:defRPr>
            </a:defPPr>
            <a:lvl1pPr>
              <a:defRPr sz="2175" b="0">
                <a:solidFill>
                  <a:srgbClr val="626E63"/>
                </a:solidFill>
              </a:defRPr>
            </a:lvl1pPr>
            <a:lvl2pPr>
              <a:defRPr sz="2175" b="0">
                <a:solidFill>
                  <a:srgbClr val="626E63"/>
                </a:solidFill>
              </a:defRPr>
            </a:lvl2pPr>
            <a:lvl3pPr>
              <a:defRPr sz="2175" b="0">
                <a:solidFill>
                  <a:srgbClr val="626E63"/>
                </a:solidFill>
              </a:defRPr>
            </a:lvl3pPr>
            <a:lvl4pPr>
              <a:defRPr sz="2175" b="0">
                <a:solidFill>
                  <a:srgbClr val="626E63"/>
                </a:solidFill>
              </a:defRPr>
            </a:lvl4pPr>
            <a:lvl5pPr>
              <a:defRPr sz="2175" b="0">
                <a:solidFill>
                  <a:srgbClr val="626E63"/>
                </a:solidFill>
              </a:defRPr>
            </a:lvl5pPr>
            <a:lvl6pPr>
              <a:defRPr sz="2175" b="0">
                <a:solidFill>
                  <a:srgbClr val="626E63"/>
                </a:solidFill>
              </a:defRPr>
            </a:lvl6pPr>
            <a:lvl7pPr>
              <a:defRPr sz="2175" b="0">
                <a:solidFill>
                  <a:srgbClr val="626E63"/>
                </a:solidFill>
              </a:defRPr>
            </a:lvl7pPr>
            <a:lvl8pPr>
              <a:defRPr sz="2175" b="0">
                <a:solidFill>
                  <a:srgbClr val="626E63"/>
                </a:solidFill>
              </a:defRPr>
            </a:lvl8pPr>
            <a:lvl9pPr>
              <a:defRPr sz="2175" b="0">
                <a:solidFill>
                  <a:srgbClr val="626E63"/>
                </a:solidFill>
              </a:defRPr>
            </a:lvl9pPr>
          </a:lstStyle>
          <a:p xmlns:a="http://schemas.openxmlformats.org/drawingml/2006/main">
            <a:pPr>
              <a:defRPr sz="2175" b="0">
                <a:solidFill>
                  <a:srgbClr val="626E63"/>
                </a:solidFill>
              </a:defRPr>
            </a:pPr>
            <a:r>
              <a:rPr sz="2175" b="0">
                <a:solidFill>
                  <a:srgbClr val="626E63"/>
                </a:solidFill>
              </a:rPr>
              <a:t>Camera-assisted identification</a:t>
            </a:r>
          </a:p>
          <a:p xmlns:a="http://schemas.openxmlformats.org/drawingml/2006/main">
            <a:pPr>
              <a:defRPr sz="2175" b="0">
                <a:solidFill>
                  <a:srgbClr val="626E63"/>
                </a:solidFill>
              </a:defRPr>
            </a:pPr>
            <a:r>
              <a:rPr sz="2175" b="0">
                <a:solidFill>
                  <a:srgbClr val="626E63"/>
                </a:solidFill>
              </a:rPr>
              <a:t>and doorstep collection.</a:t>
            </a:r>
          </a:p>
        </p:txBody>
      </p:sp>
      <p:sp>
        <p:nvSpPr>
          <p:cNvPr id="6" name="price">
            <a:extLst xmlns:a="http://schemas.openxmlformats.org/drawingml/2006/main">
              <a:ext uri="{FF2B5EF4-FFF2-40B4-BE49-F238E27FC236}">
                <a16:creationId xmlns:a16="http://schemas.microsoft.com/office/drawing/2014/main" id="{46C46A0A-B365-4C81-A226-D99E7C4B6EEA}"/>
              </a:ext>
            </a:extLst>
          </p:cNvPr>
          <p:cNvSpPr>
            <a:spLocks xmlns:a="http://schemas.openxmlformats.org/drawingml/2006/main" noGrp="1"/>
          </p:cNvSpPr>
          <p:nvPr/>
        </p:nvSpPr>
        <p:spPr>
          <a:xfrm xmlns:a="http://schemas.openxmlformats.org/drawingml/2006/main">
            <a:off x="685800" y="56197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6C68A8"/>
                </a:solidFill>
              </a:defRPr>
            </a:defPPr>
            <a:lvl1pPr>
              <a:defRPr sz="2475" b="1">
                <a:solidFill>
                  <a:srgbClr val="6C68A8"/>
                </a:solidFill>
              </a:defRPr>
            </a:lvl1pPr>
            <a:lvl2pPr>
              <a:defRPr sz="2475" b="1">
                <a:solidFill>
                  <a:srgbClr val="6C68A8"/>
                </a:solidFill>
              </a:defRPr>
            </a:lvl2pPr>
            <a:lvl3pPr>
              <a:defRPr sz="2475" b="1">
                <a:solidFill>
                  <a:srgbClr val="6C68A8"/>
                </a:solidFill>
              </a:defRPr>
            </a:lvl3pPr>
            <a:lvl4pPr>
              <a:defRPr sz="2475" b="1">
                <a:solidFill>
                  <a:srgbClr val="6C68A8"/>
                </a:solidFill>
              </a:defRPr>
            </a:lvl4pPr>
            <a:lvl5pPr>
              <a:defRPr sz="2475" b="1">
                <a:solidFill>
                  <a:srgbClr val="6C68A8"/>
                </a:solidFill>
              </a:defRPr>
            </a:lvl5pPr>
            <a:lvl6pPr>
              <a:defRPr sz="2475" b="1">
                <a:solidFill>
                  <a:srgbClr val="6C68A8"/>
                </a:solidFill>
              </a:defRPr>
            </a:lvl6pPr>
            <a:lvl7pPr>
              <a:defRPr sz="2475" b="1">
                <a:solidFill>
                  <a:srgbClr val="6C68A8"/>
                </a:solidFill>
              </a:defRPr>
            </a:lvl7pPr>
            <a:lvl8pPr>
              <a:defRPr sz="2475" b="1">
                <a:solidFill>
                  <a:srgbClr val="6C68A8"/>
                </a:solidFill>
              </a:defRPr>
            </a:lvl8pPr>
            <a:lvl9pPr>
              <a:defRPr sz="2475" b="1">
                <a:solidFill>
                  <a:srgbClr val="6C68A8"/>
                </a:solidFill>
              </a:defRPr>
            </a:lvl9pPr>
          </a:lstStyle>
          <a:p xmlns:a="http://schemas.openxmlformats.org/drawingml/2006/main">
            <a:pPr>
              <a:defRPr sz="2475" b="1">
                <a:solidFill>
                  <a:srgbClr val="6C68A8"/>
                </a:solidFill>
              </a:defRPr>
            </a:pPr>
            <a:r>
              <a:rPr sz="2475" b="1">
                <a:solidFill>
                  <a:srgbClr val="6C68A8"/>
                </a:solidFill>
              </a:rPr>
              <a:t>Pickups from ₹15</a:t>
            </a:r>
          </a:p>
        </p:txBody>
      </p:sp>
      <p:sp>
        <p:nvSpPr>
          <p:cNvPr id="7" name="cover-page">
            <a:extLst xmlns:a="http://schemas.openxmlformats.org/drawingml/2006/main">
              <a:ext uri="{FF2B5EF4-FFF2-40B4-BE49-F238E27FC236}">
                <a16:creationId xmlns:a16="http://schemas.microsoft.com/office/drawing/2014/main" id="{3396068C-0CAC-4F99-A398-6D2EEBF4E1EC}"/>
              </a:ext>
            </a:extLst>
          </p:cNvPr>
          <p:cNvSpPr>
            <a:spLocks xmlns:a="http://schemas.openxmlformats.org/drawingml/2006/main" noGrp="1"/>
          </p:cNvSpPr>
          <p:nvPr/>
        </p:nvSpPr>
        <p:spPr>
          <a:xfrm xmlns:a="http://schemas.openxmlformats.org/drawingml/2006/main">
            <a:off x="11049000" y="63627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6E63"/>
                </a:solidFill>
              </a:defRPr>
            </a:defPPr>
            <a:lvl1pPr>
              <a:defRPr sz="1350" b="0">
                <a:solidFill>
                  <a:srgbClr val="626E63"/>
                </a:solidFill>
              </a:defRPr>
            </a:lvl1pPr>
            <a:lvl2pPr>
              <a:defRPr sz="1350" b="0">
                <a:solidFill>
                  <a:srgbClr val="626E63"/>
                </a:solidFill>
              </a:defRPr>
            </a:lvl2pPr>
            <a:lvl3pPr>
              <a:defRPr sz="1350" b="0">
                <a:solidFill>
                  <a:srgbClr val="626E63"/>
                </a:solidFill>
              </a:defRPr>
            </a:lvl3pPr>
            <a:lvl4pPr>
              <a:defRPr sz="1350" b="0">
                <a:solidFill>
                  <a:srgbClr val="626E63"/>
                </a:solidFill>
              </a:defRPr>
            </a:lvl4pPr>
            <a:lvl5pPr>
              <a:defRPr sz="1350" b="0">
                <a:solidFill>
                  <a:srgbClr val="626E63"/>
                </a:solidFill>
              </a:defRPr>
            </a:lvl5pPr>
            <a:lvl6pPr>
              <a:defRPr sz="1350" b="0">
                <a:solidFill>
                  <a:srgbClr val="626E63"/>
                </a:solidFill>
              </a:defRPr>
            </a:lvl6pPr>
            <a:lvl7pPr>
              <a:defRPr sz="1350" b="0">
                <a:solidFill>
                  <a:srgbClr val="626E63"/>
                </a:solidFill>
              </a:defRPr>
            </a:lvl7pPr>
            <a:lvl8pPr>
              <a:defRPr sz="1350" b="0">
                <a:solidFill>
                  <a:srgbClr val="626E63"/>
                </a:solidFill>
              </a:defRPr>
            </a:lvl8pPr>
            <a:lvl9pPr>
              <a:defRPr sz="1350" b="0">
                <a:solidFill>
                  <a:srgbClr val="626E63"/>
                </a:solidFill>
              </a:defRPr>
            </a:lvl9pPr>
          </a:lstStyle>
          <a:p xmlns:a="http://schemas.openxmlformats.org/drawingml/2006/main">
            <a:pPr>
              <a:defRPr sz="1350" b="0">
                <a:solidFill>
                  <a:srgbClr val="626E63"/>
                </a:solidFill>
              </a:defRPr>
            </a:pPr>
            <a:r>
              <a:rPr sz="1350" b="0">
                <a:solidFill>
                  <a:srgbClr val="626E63"/>
                </a:solidFill>
              </a:rPr>
              <a:t>01</a:t>
            </a:r>
          </a:p>
        </p:txBody>
      </p:sp>
    </p:spTree>
    <p:extLst>
      <p:ext uri="{BB962C8B-B14F-4D97-AF65-F5344CB8AC3E}">
        <p14:creationId xmlns:p14="http://schemas.microsoft.com/office/powerpoint/2010/main" val="793370368"/>
      </p:ext>
    </p:extLst>
  </p:cSld>
</p:sld>
</file>

<file path=ppt/slides/slide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BE3336A4-5072-4CB2-BC48-DDB9FBC1318A}"/>
              </a:ext>
            </a:extLst>
          </p:cNvPr>
          <p:cNvSpPr>
            <a:spLocks xmlns:a="http://schemas.openxmlformats.org/drawingml/2006/main" noGrp="1"/>
          </p:cNvSpPr>
          <p:nvPr/>
        </p:nvSpPr>
        <p:spPr>
          <a:xfrm xmlns:a="http://schemas.openxmlformats.org/drawingml/2006/main">
            <a:off x="647700" y="55245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193F30"/>
                </a:solidFill>
              </a:defRPr>
            </a:defPPr>
            <a:lvl1pPr>
              <a:defRPr sz="3600" b="1">
                <a:solidFill>
                  <a:srgbClr val="193F30"/>
                </a:solidFill>
              </a:defRPr>
            </a:lvl1pPr>
            <a:lvl2pPr>
              <a:defRPr sz="3600" b="1">
                <a:solidFill>
                  <a:srgbClr val="193F30"/>
                </a:solidFill>
              </a:defRPr>
            </a:lvl2pPr>
            <a:lvl3pPr>
              <a:defRPr sz="3600" b="1">
                <a:solidFill>
                  <a:srgbClr val="193F30"/>
                </a:solidFill>
              </a:defRPr>
            </a:lvl3pPr>
            <a:lvl4pPr>
              <a:defRPr sz="3600" b="1">
                <a:solidFill>
                  <a:srgbClr val="193F30"/>
                </a:solidFill>
              </a:defRPr>
            </a:lvl4pPr>
            <a:lvl5pPr>
              <a:defRPr sz="3600" b="1">
                <a:solidFill>
                  <a:srgbClr val="193F30"/>
                </a:solidFill>
              </a:defRPr>
            </a:lvl5pPr>
            <a:lvl6pPr>
              <a:defRPr sz="3600" b="1">
                <a:solidFill>
                  <a:srgbClr val="193F30"/>
                </a:solidFill>
              </a:defRPr>
            </a:lvl6pPr>
            <a:lvl7pPr>
              <a:defRPr sz="3600" b="1">
                <a:solidFill>
                  <a:srgbClr val="193F30"/>
                </a:solidFill>
              </a:defRPr>
            </a:lvl7pPr>
            <a:lvl8pPr>
              <a:defRPr sz="3600" b="1">
                <a:solidFill>
                  <a:srgbClr val="193F30"/>
                </a:solidFill>
              </a:defRPr>
            </a:lvl8pPr>
            <a:lvl9pPr>
              <a:defRPr sz="3600" b="1">
                <a:solidFill>
                  <a:srgbClr val="193F30"/>
                </a:solidFill>
              </a:defRPr>
            </a:lvl9pPr>
          </a:lstStyle>
          <a:p xmlns:a="http://schemas.openxmlformats.org/drawingml/2006/main">
            <a:pPr>
              <a:defRPr sz="3600" b="1">
                <a:solidFill>
                  <a:srgbClr val="193F30"/>
                </a:solidFill>
              </a:defRPr>
            </a:pPr>
            <a:r>
              <a:rPr sz="3600" b="1">
                <a:solidFill>
                  <a:srgbClr val="193F30"/>
                </a:solidFill>
              </a:rPr>
              <a:t>Sorting is only half the problem</a:t>
            </a:r>
          </a:p>
        </p:txBody>
      </p:sp>
      <p:sp>
        <p:nvSpPr>
          <p:cNvPr id="2" name="brand">
            <a:extLst xmlns:a="http://schemas.openxmlformats.org/drawingml/2006/main">
              <a:ext uri="{FF2B5EF4-FFF2-40B4-BE49-F238E27FC236}">
                <a16:creationId xmlns:a16="http://schemas.microsoft.com/office/drawing/2014/main" id="{72F47C72-7881-4D27-8C38-7CC286A436C6}"/>
              </a:ext>
            </a:extLst>
          </p:cNvPr>
          <p:cNvSpPr>
            <a:spLocks xmlns:a="http://schemas.openxmlformats.org/drawingml/2006/main" noGrp="1"/>
          </p:cNvSpPr>
          <p:nvPr/>
        </p:nvSpPr>
        <p:spPr>
          <a:xfrm xmlns:a="http://schemas.openxmlformats.org/drawingml/2006/main">
            <a:off x="647700" y="636270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6E63"/>
                </a:solidFill>
              </a:defRPr>
            </a:defPPr>
            <a:lvl1pPr>
              <a:defRPr sz="1350" b="0">
                <a:solidFill>
                  <a:srgbClr val="626E63"/>
                </a:solidFill>
              </a:defRPr>
            </a:lvl1pPr>
            <a:lvl2pPr>
              <a:defRPr sz="1350" b="0">
                <a:solidFill>
                  <a:srgbClr val="626E63"/>
                </a:solidFill>
              </a:defRPr>
            </a:lvl2pPr>
            <a:lvl3pPr>
              <a:defRPr sz="1350" b="0">
                <a:solidFill>
                  <a:srgbClr val="626E63"/>
                </a:solidFill>
              </a:defRPr>
            </a:lvl3pPr>
            <a:lvl4pPr>
              <a:defRPr sz="1350" b="0">
                <a:solidFill>
                  <a:srgbClr val="626E63"/>
                </a:solidFill>
              </a:defRPr>
            </a:lvl4pPr>
            <a:lvl5pPr>
              <a:defRPr sz="1350" b="0">
                <a:solidFill>
                  <a:srgbClr val="626E63"/>
                </a:solidFill>
              </a:defRPr>
            </a:lvl5pPr>
            <a:lvl6pPr>
              <a:defRPr sz="1350" b="0">
                <a:solidFill>
                  <a:srgbClr val="626E63"/>
                </a:solidFill>
              </a:defRPr>
            </a:lvl6pPr>
            <a:lvl7pPr>
              <a:defRPr sz="1350" b="0">
                <a:solidFill>
                  <a:srgbClr val="626E63"/>
                </a:solidFill>
              </a:defRPr>
            </a:lvl7pPr>
            <a:lvl8pPr>
              <a:defRPr sz="1350" b="0">
                <a:solidFill>
                  <a:srgbClr val="626E63"/>
                </a:solidFill>
              </a:defRPr>
            </a:lvl8pPr>
            <a:lvl9pPr>
              <a:defRPr sz="1350" b="0">
                <a:solidFill>
                  <a:srgbClr val="626E63"/>
                </a:solidFill>
              </a:defRPr>
            </a:lvl9pPr>
          </a:lstStyle>
          <a:p xmlns:a="http://schemas.openxmlformats.org/drawingml/2006/main">
            <a:pPr>
              <a:defRPr sz="1350" b="0">
                <a:solidFill>
                  <a:srgbClr val="626E63"/>
                </a:solidFill>
              </a:defRPr>
            </a:pPr>
            <a:r>
              <a:rPr sz="1350" b="0">
                <a:solidFill>
                  <a:srgbClr val="626E63"/>
                </a:solidFill>
              </a:rPr>
              <a:t>Waste Right</a:t>
            </a:r>
          </a:p>
        </p:txBody>
      </p:sp>
      <p:sp>
        <p:nvSpPr>
          <p:cNvPr id="3" name="page-number">
            <a:extLst xmlns:a="http://schemas.openxmlformats.org/drawingml/2006/main">
              <a:ext uri="{FF2B5EF4-FFF2-40B4-BE49-F238E27FC236}">
                <a16:creationId xmlns:a16="http://schemas.microsoft.com/office/drawing/2014/main" id="{D6968A3B-5335-4159-A03F-B06A650CEC8E}"/>
              </a:ext>
            </a:extLst>
          </p:cNvPr>
          <p:cNvSpPr>
            <a:spLocks xmlns:a="http://schemas.openxmlformats.org/drawingml/2006/main" noGrp="1"/>
          </p:cNvSpPr>
          <p:nvPr/>
        </p:nvSpPr>
        <p:spPr>
          <a:xfrm xmlns:a="http://schemas.openxmlformats.org/drawingml/2006/main">
            <a:off x="11049000" y="63627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6E63"/>
                </a:solidFill>
              </a:defRPr>
            </a:defPPr>
            <a:lvl1pPr>
              <a:defRPr sz="1350" b="0">
                <a:solidFill>
                  <a:srgbClr val="626E63"/>
                </a:solidFill>
              </a:defRPr>
            </a:lvl1pPr>
            <a:lvl2pPr>
              <a:defRPr sz="1350" b="0">
                <a:solidFill>
                  <a:srgbClr val="626E63"/>
                </a:solidFill>
              </a:defRPr>
            </a:lvl2pPr>
            <a:lvl3pPr>
              <a:defRPr sz="1350" b="0">
                <a:solidFill>
                  <a:srgbClr val="626E63"/>
                </a:solidFill>
              </a:defRPr>
            </a:lvl3pPr>
            <a:lvl4pPr>
              <a:defRPr sz="1350" b="0">
                <a:solidFill>
                  <a:srgbClr val="626E63"/>
                </a:solidFill>
              </a:defRPr>
            </a:lvl4pPr>
            <a:lvl5pPr>
              <a:defRPr sz="1350" b="0">
                <a:solidFill>
                  <a:srgbClr val="626E63"/>
                </a:solidFill>
              </a:defRPr>
            </a:lvl5pPr>
            <a:lvl6pPr>
              <a:defRPr sz="1350" b="0">
                <a:solidFill>
                  <a:srgbClr val="626E63"/>
                </a:solidFill>
              </a:defRPr>
            </a:lvl6pPr>
            <a:lvl7pPr>
              <a:defRPr sz="1350" b="0">
                <a:solidFill>
                  <a:srgbClr val="626E63"/>
                </a:solidFill>
              </a:defRPr>
            </a:lvl7pPr>
            <a:lvl8pPr>
              <a:defRPr sz="1350" b="0">
                <a:solidFill>
                  <a:srgbClr val="626E63"/>
                </a:solidFill>
              </a:defRPr>
            </a:lvl8pPr>
            <a:lvl9pPr>
              <a:defRPr sz="1350" b="0">
                <a:solidFill>
                  <a:srgbClr val="626E63"/>
                </a:solidFill>
              </a:defRPr>
            </a:lvl9pPr>
          </a:lstStyle>
          <a:p xmlns:a="http://schemas.openxmlformats.org/drawingml/2006/main">
            <a:pPr>
              <a:defRPr sz="1350" b="0">
                <a:solidFill>
                  <a:srgbClr val="626E63"/>
                </a:solidFill>
              </a:defRPr>
            </a:pPr>
            <a:r>
              <a:rPr sz="1350" b="0">
                <a:solidFill>
                  <a:srgbClr val="626E63"/>
                </a:solidFill>
              </a:rPr>
              <a:t>02</a:t>
            </a:r>
          </a:p>
        </p:txBody>
      </p:sp>
      <p:sp>
        <p:nvSpPr>
          <p:cNvPr id="4" name="sorting-question">
            <a:extLst xmlns:a="http://schemas.openxmlformats.org/drawingml/2006/main">
              <a:ext uri="{FF2B5EF4-FFF2-40B4-BE49-F238E27FC236}">
                <a16:creationId xmlns:a16="http://schemas.microsoft.com/office/drawing/2014/main" id="{F0DD0ECF-C989-4021-8DC3-1D795B7E9F26}"/>
              </a:ext>
            </a:extLst>
          </p:cNvPr>
          <p:cNvSpPr>
            <a:spLocks xmlns:a="http://schemas.openxmlformats.org/drawingml/2006/main" noGrp="1"/>
          </p:cNvSpPr>
          <p:nvPr/>
        </p:nvSpPr>
        <p:spPr>
          <a:xfrm xmlns:a="http://schemas.openxmlformats.org/drawingml/2006/main">
            <a:off x="666750" y="2190750"/>
            <a:ext cx="5048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1">
                <a:solidFill>
                  <a:srgbClr val="193F30"/>
                </a:solidFill>
              </a:defRPr>
            </a:defPPr>
            <a:lvl1pPr>
              <a:defRPr sz="2625" b="1">
                <a:solidFill>
                  <a:srgbClr val="193F30"/>
                </a:solidFill>
              </a:defRPr>
            </a:lvl1pPr>
            <a:lvl2pPr>
              <a:defRPr sz="2625" b="1">
                <a:solidFill>
                  <a:srgbClr val="193F30"/>
                </a:solidFill>
              </a:defRPr>
            </a:lvl2pPr>
            <a:lvl3pPr>
              <a:defRPr sz="2625" b="1">
                <a:solidFill>
                  <a:srgbClr val="193F30"/>
                </a:solidFill>
              </a:defRPr>
            </a:lvl3pPr>
            <a:lvl4pPr>
              <a:defRPr sz="2625" b="1">
                <a:solidFill>
                  <a:srgbClr val="193F30"/>
                </a:solidFill>
              </a:defRPr>
            </a:lvl4pPr>
            <a:lvl5pPr>
              <a:defRPr sz="2625" b="1">
                <a:solidFill>
                  <a:srgbClr val="193F30"/>
                </a:solidFill>
              </a:defRPr>
            </a:lvl5pPr>
            <a:lvl6pPr>
              <a:defRPr sz="2625" b="1">
                <a:solidFill>
                  <a:srgbClr val="193F30"/>
                </a:solidFill>
              </a:defRPr>
            </a:lvl6pPr>
            <a:lvl7pPr>
              <a:defRPr sz="2625" b="1">
                <a:solidFill>
                  <a:srgbClr val="193F30"/>
                </a:solidFill>
              </a:defRPr>
            </a:lvl7pPr>
            <a:lvl8pPr>
              <a:defRPr sz="2625" b="1">
                <a:solidFill>
                  <a:srgbClr val="193F30"/>
                </a:solidFill>
              </a:defRPr>
            </a:lvl8pPr>
            <a:lvl9pPr>
              <a:defRPr sz="2625" b="1">
                <a:solidFill>
                  <a:srgbClr val="193F30"/>
                </a:solidFill>
              </a:defRPr>
            </a:lvl9pPr>
          </a:lstStyle>
          <a:p xmlns:a="http://schemas.openxmlformats.org/drawingml/2006/main">
            <a:pPr>
              <a:defRPr sz="2625" b="1">
                <a:solidFill>
                  <a:srgbClr val="193F30"/>
                </a:solidFill>
              </a:defRPr>
            </a:pPr>
            <a:r>
              <a:rPr sz="2625" b="1">
                <a:solidFill>
                  <a:srgbClr val="193F30"/>
                </a:solidFill>
              </a:rPr>
              <a:t>“What is this made of?”</a:t>
            </a:r>
          </a:p>
        </p:txBody>
      </p:sp>
      <p:sp>
        <p:nvSpPr>
          <p:cNvPr id="5" name="sorting-detail">
            <a:extLst xmlns:a="http://schemas.openxmlformats.org/drawingml/2006/main">
              <a:ext uri="{FF2B5EF4-FFF2-40B4-BE49-F238E27FC236}">
                <a16:creationId xmlns:a16="http://schemas.microsoft.com/office/drawing/2014/main" id="{9187D135-2DEC-4AA5-A3B2-37C3C5A68625}"/>
              </a:ext>
            </a:extLst>
          </p:cNvPr>
          <p:cNvSpPr>
            <a:spLocks xmlns:a="http://schemas.openxmlformats.org/drawingml/2006/main" noGrp="1"/>
          </p:cNvSpPr>
          <p:nvPr/>
        </p:nvSpPr>
        <p:spPr>
          <a:xfrm xmlns:a="http://schemas.openxmlformats.org/drawingml/2006/main">
            <a:off x="666750" y="3095625"/>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626E63"/>
                </a:solidFill>
              </a:defRPr>
            </a:defPPr>
            <a:lvl1pPr>
              <a:defRPr sz="2100" b="0">
                <a:solidFill>
                  <a:srgbClr val="626E63"/>
                </a:solidFill>
              </a:defRPr>
            </a:lvl1pPr>
            <a:lvl2pPr>
              <a:defRPr sz="2100" b="0">
                <a:solidFill>
                  <a:srgbClr val="626E63"/>
                </a:solidFill>
              </a:defRPr>
            </a:lvl2pPr>
            <a:lvl3pPr>
              <a:defRPr sz="2100" b="0">
                <a:solidFill>
                  <a:srgbClr val="626E63"/>
                </a:solidFill>
              </a:defRPr>
            </a:lvl3pPr>
            <a:lvl4pPr>
              <a:defRPr sz="2100" b="0">
                <a:solidFill>
                  <a:srgbClr val="626E63"/>
                </a:solidFill>
              </a:defRPr>
            </a:lvl4pPr>
            <a:lvl5pPr>
              <a:defRPr sz="2100" b="0">
                <a:solidFill>
                  <a:srgbClr val="626E63"/>
                </a:solidFill>
              </a:defRPr>
            </a:lvl5pPr>
            <a:lvl6pPr>
              <a:defRPr sz="2100" b="0">
                <a:solidFill>
                  <a:srgbClr val="626E63"/>
                </a:solidFill>
              </a:defRPr>
            </a:lvl6pPr>
            <a:lvl7pPr>
              <a:defRPr sz="2100" b="0">
                <a:solidFill>
                  <a:srgbClr val="626E63"/>
                </a:solidFill>
              </a:defRPr>
            </a:lvl7pPr>
            <a:lvl8pPr>
              <a:defRPr sz="2100" b="0">
                <a:solidFill>
                  <a:srgbClr val="626E63"/>
                </a:solidFill>
              </a:defRPr>
            </a:lvl8pPr>
            <a:lvl9pPr>
              <a:defRPr sz="2100" b="0">
                <a:solidFill>
                  <a:srgbClr val="626E63"/>
                </a:solidFill>
              </a:defRPr>
            </a:lvl9pPr>
          </a:lstStyle>
          <a:p xmlns:a="http://schemas.openxmlformats.org/drawingml/2006/main">
            <a:pPr>
              <a:defRPr sz="2100" b="0">
                <a:solidFill>
                  <a:srgbClr val="626E63"/>
                </a:solidFill>
              </a:defRPr>
            </a:pPr>
            <a:r>
              <a:rPr sz="2100" b="0">
                <a:solidFill>
                  <a:srgbClr val="626E63"/>
                </a:solidFill>
              </a:rPr>
              <a:t>Mixed materials, linings and residue</a:t>
            </a:r>
          </a:p>
          <a:p xmlns:a="http://schemas.openxmlformats.org/drawingml/2006/main">
            <a:pPr>
              <a:defRPr sz="2100" b="0">
                <a:solidFill>
                  <a:srgbClr val="626E63"/>
                </a:solidFill>
              </a:defRPr>
            </a:pPr>
            <a:r>
              <a:rPr sz="2100" b="0">
                <a:solidFill>
                  <a:srgbClr val="626E63"/>
                </a:solidFill>
              </a:rPr>
              <a:t>make everyday items hard to classify.</a:t>
            </a:r>
          </a:p>
        </p:txBody>
      </p:sp>
      <p:sp>
        <p:nvSpPr>
          <p:cNvPr id="6" name="collection-question">
            <a:extLst xmlns:a="http://schemas.openxmlformats.org/drawingml/2006/main">
              <a:ext uri="{FF2B5EF4-FFF2-40B4-BE49-F238E27FC236}">
                <a16:creationId xmlns:a16="http://schemas.microsoft.com/office/drawing/2014/main" id="{99220435-038D-40AE-8575-D559E4C7B274}"/>
              </a:ext>
            </a:extLst>
          </p:cNvPr>
          <p:cNvSpPr>
            <a:spLocks xmlns:a="http://schemas.openxmlformats.org/drawingml/2006/main" noGrp="1"/>
          </p:cNvSpPr>
          <p:nvPr/>
        </p:nvSpPr>
        <p:spPr>
          <a:xfrm xmlns:a="http://schemas.openxmlformats.org/drawingml/2006/main">
            <a:off x="6572250" y="2190750"/>
            <a:ext cx="495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1">
                <a:solidFill>
                  <a:srgbClr val="193F30"/>
                </a:solidFill>
              </a:defRPr>
            </a:defPPr>
            <a:lvl1pPr>
              <a:defRPr sz="2625" b="1">
                <a:solidFill>
                  <a:srgbClr val="193F30"/>
                </a:solidFill>
              </a:defRPr>
            </a:lvl1pPr>
            <a:lvl2pPr>
              <a:defRPr sz="2625" b="1">
                <a:solidFill>
                  <a:srgbClr val="193F30"/>
                </a:solidFill>
              </a:defRPr>
            </a:lvl2pPr>
            <a:lvl3pPr>
              <a:defRPr sz="2625" b="1">
                <a:solidFill>
                  <a:srgbClr val="193F30"/>
                </a:solidFill>
              </a:defRPr>
            </a:lvl3pPr>
            <a:lvl4pPr>
              <a:defRPr sz="2625" b="1">
                <a:solidFill>
                  <a:srgbClr val="193F30"/>
                </a:solidFill>
              </a:defRPr>
            </a:lvl4pPr>
            <a:lvl5pPr>
              <a:defRPr sz="2625" b="1">
                <a:solidFill>
                  <a:srgbClr val="193F30"/>
                </a:solidFill>
              </a:defRPr>
            </a:lvl5pPr>
            <a:lvl6pPr>
              <a:defRPr sz="2625" b="1">
                <a:solidFill>
                  <a:srgbClr val="193F30"/>
                </a:solidFill>
              </a:defRPr>
            </a:lvl6pPr>
            <a:lvl7pPr>
              <a:defRPr sz="2625" b="1">
                <a:solidFill>
                  <a:srgbClr val="193F30"/>
                </a:solidFill>
              </a:defRPr>
            </a:lvl7pPr>
            <a:lvl8pPr>
              <a:defRPr sz="2625" b="1">
                <a:solidFill>
                  <a:srgbClr val="193F30"/>
                </a:solidFill>
              </a:defRPr>
            </a:lvl8pPr>
            <a:lvl9pPr>
              <a:defRPr sz="2625" b="1">
                <a:solidFill>
                  <a:srgbClr val="193F30"/>
                </a:solidFill>
              </a:defRPr>
            </a:lvl9pPr>
          </a:lstStyle>
          <a:p xmlns:a="http://schemas.openxmlformats.org/drawingml/2006/main">
            <a:pPr>
              <a:defRPr sz="2625" b="1">
                <a:solidFill>
                  <a:srgbClr val="193F30"/>
                </a:solidFill>
              </a:defRPr>
            </a:pPr>
            <a:r>
              <a:rPr sz="2625" b="1">
                <a:solidFill>
                  <a:srgbClr val="193F30"/>
                </a:solidFill>
              </a:rPr>
              <a:t>“Who will collect it?”</a:t>
            </a:r>
          </a:p>
        </p:txBody>
      </p:sp>
      <p:sp>
        <p:nvSpPr>
          <p:cNvPr id="7" name="collection-detail">
            <a:extLst xmlns:a="http://schemas.openxmlformats.org/drawingml/2006/main">
              <a:ext uri="{FF2B5EF4-FFF2-40B4-BE49-F238E27FC236}">
                <a16:creationId xmlns:a16="http://schemas.microsoft.com/office/drawing/2014/main" id="{DEA8924C-5C11-48E4-9B59-D7F2DF04DE8D}"/>
              </a:ext>
            </a:extLst>
          </p:cNvPr>
          <p:cNvSpPr>
            <a:spLocks xmlns:a="http://schemas.openxmlformats.org/drawingml/2006/main" noGrp="1"/>
          </p:cNvSpPr>
          <p:nvPr/>
        </p:nvSpPr>
        <p:spPr>
          <a:xfrm xmlns:a="http://schemas.openxmlformats.org/drawingml/2006/main">
            <a:off x="6572250" y="3095625"/>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626E63"/>
                </a:solidFill>
              </a:defRPr>
            </a:defPPr>
            <a:lvl1pPr>
              <a:defRPr sz="2100" b="0">
                <a:solidFill>
                  <a:srgbClr val="626E63"/>
                </a:solidFill>
              </a:defRPr>
            </a:lvl1pPr>
            <a:lvl2pPr>
              <a:defRPr sz="2100" b="0">
                <a:solidFill>
                  <a:srgbClr val="626E63"/>
                </a:solidFill>
              </a:defRPr>
            </a:lvl2pPr>
            <a:lvl3pPr>
              <a:defRPr sz="2100" b="0">
                <a:solidFill>
                  <a:srgbClr val="626E63"/>
                </a:solidFill>
              </a:defRPr>
            </a:lvl3pPr>
            <a:lvl4pPr>
              <a:defRPr sz="2100" b="0">
                <a:solidFill>
                  <a:srgbClr val="626E63"/>
                </a:solidFill>
              </a:defRPr>
            </a:lvl4pPr>
            <a:lvl5pPr>
              <a:defRPr sz="2100" b="0">
                <a:solidFill>
                  <a:srgbClr val="626E63"/>
                </a:solidFill>
              </a:defRPr>
            </a:lvl5pPr>
            <a:lvl6pPr>
              <a:defRPr sz="2100" b="0">
                <a:solidFill>
                  <a:srgbClr val="626E63"/>
                </a:solidFill>
              </a:defRPr>
            </a:lvl6pPr>
            <a:lvl7pPr>
              <a:defRPr sz="2100" b="0">
                <a:solidFill>
                  <a:srgbClr val="626E63"/>
                </a:solidFill>
              </a:defRPr>
            </a:lvl7pPr>
            <a:lvl8pPr>
              <a:defRPr sz="2100" b="0">
                <a:solidFill>
                  <a:srgbClr val="626E63"/>
                </a:solidFill>
              </a:defRPr>
            </a:lvl8pPr>
            <a:lvl9pPr>
              <a:defRPr sz="2100" b="0">
                <a:solidFill>
                  <a:srgbClr val="626E63"/>
                </a:solidFill>
              </a:defRPr>
            </a:lvl9pPr>
          </a:lstStyle>
          <a:p xmlns:a="http://schemas.openxmlformats.org/drawingml/2006/main">
            <a:pPr>
              <a:defRPr sz="2100" b="0">
                <a:solidFill>
                  <a:srgbClr val="626E63"/>
                </a:solidFill>
              </a:defRPr>
            </a:pPr>
            <a:r>
              <a:rPr sz="2100" b="0">
                <a:solidFill>
                  <a:srgbClr val="626E63"/>
                </a:solidFill>
              </a:rPr>
              <a:t>Residents still need a pickup time,</a:t>
            </a:r>
          </a:p>
          <a:p xmlns:a="http://schemas.openxmlformats.org/drawingml/2006/main">
            <a:pPr>
              <a:defRPr sz="2100" b="0">
                <a:solidFill>
                  <a:srgbClr val="626E63"/>
                </a:solidFill>
              </a:defRPr>
            </a:pPr>
            <a:r>
              <a:rPr sz="2100" b="0">
                <a:solidFill>
                  <a:srgbClr val="626E63"/>
                </a:solidFill>
              </a:rPr>
              <a:t>a clear fee and a trusted handover.</a:t>
            </a:r>
          </a:p>
        </p:txBody>
      </p:sp>
      <p:sp>
        <p:nvSpPr>
          <p:cNvPr id="8" name="focus">
            <a:extLst xmlns:a="http://schemas.openxmlformats.org/drawingml/2006/main">
              <a:ext uri="{FF2B5EF4-FFF2-40B4-BE49-F238E27FC236}">
                <a16:creationId xmlns:a16="http://schemas.microsoft.com/office/drawing/2014/main" id="{B2798B00-9DA2-40D0-AA31-2484937BF019}"/>
              </a:ext>
            </a:extLst>
          </p:cNvPr>
          <p:cNvSpPr>
            <a:spLocks xmlns:a="http://schemas.openxmlformats.org/drawingml/2006/main" noGrp="1"/>
          </p:cNvSpPr>
          <p:nvPr/>
        </p:nvSpPr>
        <p:spPr>
          <a:xfrm xmlns:a="http://schemas.openxmlformats.org/drawingml/2006/main">
            <a:off x="666750" y="49911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6C68A8"/>
                </a:solidFill>
              </a:defRPr>
            </a:defPPr>
            <a:lvl1pPr>
              <a:defRPr sz="2400" b="1">
                <a:solidFill>
                  <a:srgbClr val="6C68A8"/>
                </a:solidFill>
              </a:defRPr>
            </a:lvl1pPr>
            <a:lvl2pPr>
              <a:defRPr sz="2400" b="1">
                <a:solidFill>
                  <a:srgbClr val="6C68A8"/>
                </a:solidFill>
              </a:defRPr>
            </a:lvl2pPr>
            <a:lvl3pPr>
              <a:defRPr sz="2400" b="1">
                <a:solidFill>
                  <a:srgbClr val="6C68A8"/>
                </a:solidFill>
              </a:defRPr>
            </a:lvl3pPr>
            <a:lvl4pPr>
              <a:defRPr sz="2400" b="1">
                <a:solidFill>
                  <a:srgbClr val="6C68A8"/>
                </a:solidFill>
              </a:defRPr>
            </a:lvl4pPr>
            <a:lvl5pPr>
              <a:defRPr sz="2400" b="1">
                <a:solidFill>
                  <a:srgbClr val="6C68A8"/>
                </a:solidFill>
              </a:defRPr>
            </a:lvl5pPr>
            <a:lvl6pPr>
              <a:defRPr sz="2400" b="1">
                <a:solidFill>
                  <a:srgbClr val="6C68A8"/>
                </a:solidFill>
              </a:defRPr>
            </a:lvl6pPr>
            <a:lvl7pPr>
              <a:defRPr sz="2400" b="1">
                <a:solidFill>
                  <a:srgbClr val="6C68A8"/>
                </a:solidFill>
              </a:defRPr>
            </a:lvl7pPr>
            <a:lvl8pPr>
              <a:defRPr sz="2400" b="1">
                <a:solidFill>
                  <a:srgbClr val="6C68A8"/>
                </a:solidFill>
              </a:defRPr>
            </a:lvl8pPr>
            <a:lvl9pPr>
              <a:defRPr sz="2400" b="1">
                <a:solidFill>
                  <a:srgbClr val="6C68A8"/>
                </a:solidFill>
              </a:defRPr>
            </a:lvl9pPr>
          </a:lstStyle>
          <a:p xmlns:a="http://schemas.openxmlformats.org/drawingml/2006/main">
            <a:pPr>
              <a:defRPr sz="2400" b="1">
                <a:solidFill>
                  <a:srgbClr val="6C68A8"/>
                </a:solidFill>
              </a:defRPr>
            </a:pPr>
            <a:r>
              <a:rPr sz="2400" b="1">
                <a:solidFill>
                  <a:srgbClr val="6C68A8"/>
                </a:solidFill>
              </a:rPr>
              <a:t>Our first customer: households in one housing society</a:t>
            </a:r>
          </a:p>
        </p:txBody>
      </p:sp>
    </p:spTree>
    <p:extLst>
      <p:ext uri="{BB962C8B-B14F-4D97-AF65-F5344CB8AC3E}">
        <p14:creationId xmlns:p14="http://schemas.microsoft.com/office/powerpoint/2010/main" val="1947870008"/>
      </p:ext>
    </p:extLst>
  </p:cSld>
</p:sld>
</file>

<file path=ppt/slides/slide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53520F9A-C85A-4446-B041-88C292878116}"/>
              </a:ext>
            </a:extLst>
          </p:cNvPr>
          <p:cNvSpPr>
            <a:spLocks xmlns:a="http://schemas.openxmlformats.org/drawingml/2006/main" noGrp="1"/>
          </p:cNvSpPr>
          <p:nvPr/>
        </p:nvSpPr>
        <p:spPr>
          <a:xfrm xmlns:a="http://schemas.openxmlformats.org/drawingml/2006/main">
            <a:off x="647700" y="55245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193F30"/>
                </a:solidFill>
              </a:defRPr>
            </a:defPPr>
            <a:lvl1pPr>
              <a:defRPr sz="3600" b="1">
                <a:solidFill>
                  <a:srgbClr val="193F30"/>
                </a:solidFill>
              </a:defRPr>
            </a:lvl1pPr>
            <a:lvl2pPr>
              <a:defRPr sz="3600" b="1">
                <a:solidFill>
                  <a:srgbClr val="193F30"/>
                </a:solidFill>
              </a:defRPr>
            </a:lvl2pPr>
            <a:lvl3pPr>
              <a:defRPr sz="3600" b="1">
                <a:solidFill>
                  <a:srgbClr val="193F30"/>
                </a:solidFill>
              </a:defRPr>
            </a:lvl3pPr>
            <a:lvl4pPr>
              <a:defRPr sz="3600" b="1">
                <a:solidFill>
                  <a:srgbClr val="193F30"/>
                </a:solidFill>
              </a:defRPr>
            </a:lvl4pPr>
            <a:lvl5pPr>
              <a:defRPr sz="3600" b="1">
                <a:solidFill>
                  <a:srgbClr val="193F30"/>
                </a:solidFill>
              </a:defRPr>
            </a:lvl5pPr>
            <a:lvl6pPr>
              <a:defRPr sz="3600" b="1">
                <a:solidFill>
                  <a:srgbClr val="193F30"/>
                </a:solidFill>
              </a:defRPr>
            </a:lvl6pPr>
            <a:lvl7pPr>
              <a:defRPr sz="3600" b="1">
                <a:solidFill>
                  <a:srgbClr val="193F30"/>
                </a:solidFill>
              </a:defRPr>
            </a:lvl7pPr>
            <a:lvl8pPr>
              <a:defRPr sz="3600" b="1">
                <a:solidFill>
                  <a:srgbClr val="193F30"/>
                </a:solidFill>
              </a:defRPr>
            </a:lvl8pPr>
            <a:lvl9pPr>
              <a:defRPr sz="3600" b="1">
                <a:solidFill>
                  <a:srgbClr val="193F30"/>
                </a:solidFill>
              </a:defRPr>
            </a:lvl9pPr>
          </a:lstStyle>
          <a:p xmlns:a="http://schemas.openxmlformats.org/drawingml/2006/main">
            <a:pPr>
              <a:defRPr sz="3600" b="1">
                <a:solidFill>
                  <a:srgbClr val="193F30"/>
                </a:solidFill>
              </a:defRPr>
            </a:pPr>
            <a:r>
              <a:rPr sz="3600" b="1">
                <a:solidFill>
                  <a:srgbClr val="193F30"/>
                </a:solidFill>
              </a:rPr>
              <a:t>A scan becomes a measured collection</a:t>
            </a:r>
          </a:p>
        </p:txBody>
      </p:sp>
      <p:sp>
        <p:nvSpPr>
          <p:cNvPr id="2" name="brand">
            <a:extLst xmlns:a="http://schemas.openxmlformats.org/drawingml/2006/main">
              <a:ext uri="{FF2B5EF4-FFF2-40B4-BE49-F238E27FC236}">
                <a16:creationId xmlns:a16="http://schemas.microsoft.com/office/drawing/2014/main" id="{21DBD40F-335E-4E11-B6C7-0DFF118C742C}"/>
              </a:ext>
            </a:extLst>
          </p:cNvPr>
          <p:cNvSpPr>
            <a:spLocks xmlns:a="http://schemas.openxmlformats.org/drawingml/2006/main" noGrp="1"/>
          </p:cNvSpPr>
          <p:nvPr/>
        </p:nvSpPr>
        <p:spPr>
          <a:xfrm xmlns:a="http://schemas.openxmlformats.org/drawingml/2006/main">
            <a:off x="647700" y="636270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6E63"/>
                </a:solidFill>
              </a:defRPr>
            </a:defPPr>
            <a:lvl1pPr>
              <a:defRPr sz="1350" b="0">
                <a:solidFill>
                  <a:srgbClr val="626E63"/>
                </a:solidFill>
              </a:defRPr>
            </a:lvl1pPr>
            <a:lvl2pPr>
              <a:defRPr sz="1350" b="0">
                <a:solidFill>
                  <a:srgbClr val="626E63"/>
                </a:solidFill>
              </a:defRPr>
            </a:lvl2pPr>
            <a:lvl3pPr>
              <a:defRPr sz="1350" b="0">
                <a:solidFill>
                  <a:srgbClr val="626E63"/>
                </a:solidFill>
              </a:defRPr>
            </a:lvl3pPr>
            <a:lvl4pPr>
              <a:defRPr sz="1350" b="0">
                <a:solidFill>
                  <a:srgbClr val="626E63"/>
                </a:solidFill>
              </a:defRPr>
            </a:lvl4pPr>
            <a:lvl5pPr>
              <a:defRPr sz="1350" b="0">
                <a:solidFill>
                  <a:srgbClr val="626E63"/>
                </a:solidFill>
              </a:defRPr>
            </a:lvl5pPr>
            <a:lvl6pPr>
              <a:defRPr sz="1350" b="0">
                <a:solidFill>
                  <a:srgbClr val="626E63"/>
                </a:solidFill>
              </a:defRPr>
            </a:lvl6pPr>
            <a:lvl7pPr>
              <a:defRPr sz="1350" b="0">
                <a:solidFill>
                  <a:srgbClr val="626E63"/>
                </a:solidFill>
              </a:defRPr>
            </a:lvl7pPr>
            <a:lvl8pPr>
              <a:defRPr sz="1350" b="0">
                <a:solidFill>
                  <a:srgbClr val="626E63"/>
                </a:solidFill>
              </a:defRPr>
            </a:lvl8pPr>
            <a:lvl9pPr>
              <a:defRPr sz="1350" b="0">
                <a:solidFill>
                  <a:srgbClr val="626E63"/>
                </a:solidFill>
              </a:defRPr>
            </a:lvl9pPr>
          </a:lstStyle>
          <a:p xmlns:a="http://schemas.openxmlformats.org/drawingml/2006/main">
            <a:pPr>
              <a:defRPr sz="1350" b="0">
                <a:solidFill>
                  <a:srgbClr val="626E63"/>
                </a:solidFill>
              </a:defRPr>
            </a:pPr>
            <a:r>
              <a:rPr sz="1350" b="0">
                <a:solidFill>
                  <a:srgbClr val="626E63"/>
                </a:solidFill>
              </a:rPr>
              <a:t>Waste Right</a:t>
            </a:r>
          </a:p>
        </p:txBody>
      </p:sp>
      <p:sp>
        <p:nvSpPr>
          <p:cNvPr id="3" name="page-number">
            <a:extLst xmlns:a="http://schemas.openxmlformats.org/drawingml/2006/main">
              <a:ext uri="{FF2B5EF4-FFF2-40B4-BE49-F238E27FC236}">
                <a16:creationId xmlns:a16="http://schemas.microsoft.com/office/drawing/2014/main" id="{9508F697-354F-4A8E-858A-A398EBE2EB53}"/>
              </a:ext>
            </a:extLst>
          </p:cNvPr>
          <p:cNvSpPr>
            <a:spLocks xmlns:a="http://schemas.openxmlformats.org/drawingml/2006/main" noGrp="1"/>
          </p:cNvSpPr>
          <p:nvPr/>
        </p:nvSpPr>
        <p:spPr>
          <a:xfrm xmlns:a="http://schemas.openxmlformats.org/drawingml/2006/main">
            <a:off x="11049000" y="63627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6E63"/>
                </a:solidFill>
              </a:defRPr>
            </a:defPPr>
            <a:lvl1pPr>
              <a:defRPr sz="1350" b="0">
                <a:solidFill>
                  <a:srgbClr val="626E63"/>
                </a:solidFill>
              </a:defRPr>
            </a:lvl1pPr>
            <a:lvl2pPr>
              <a:defRPr sz="1350" b="0">
                <a:solidFill>
                  <a:srgbClr val="626E63"/>
                </a:solidFill>
              </a:defRPr>
            </a:lvl2pPr>
            <a:lvl3pPr>
              <a:defRPr sz="1350" b="0">
                <a:solidFill>
                  <a:srgbClr val="626E63"/>
                </a:solidFill>
              </a:defRPr>
            </a:lvl3pPr>
            <a:lvl4pPr>
              <a:defRPr sz="1350" b="0">
                <a:solidFill>
                  <a:srgbClr val="626E63"/>
                </a:solidFill>
              </a:defRPr>
            </a:lvl4pPr>
            <a:lvl5pPr>
              <a:defRPr sz="1350" b="0">
                <a:solidFill>
                  <a:srgbClr val="626E63"/>
                </a:solidFill>
              </a:defRPr>
            </a:lvl5pPr>
            <a:lvl6pPr>
              <a:defRPr sz="1350" b="0">
                <a:solidFill>
                  <a:srgbClr val="626E63"/>
                </a:solidFill>
              </a:defRPr>
            </a:lvl6pPr>
            <a:lvl7pPr>
              <a:defRPr sz="1350" b="0">
                <a:solidFill>
                  <a:srgbClr val="626E63"/>
                </a:solidFill>
              </a:defRPr>
            </a:lvl7pPr>
            <a:lvl8pPr>
              <a:defRPr sz="1350" b="0">
                <a:solidFill>
                  <a:srgbClr val="626E63"/>
                </a:solidFill>
              </a:defRPr>
            </a:lvl8pPr>
            <a:lvl9pPr>
              <a:defRPr sz="1350" b="0">
                <a:solidFill>
                  <a:srgbClr val="626E63"/>
                </a:solidFill>
              </a:defRPr>
            </a:lvl9pPr>
          </a:lstStyle>
          <a:p xmlns:a="http://schemas.openxmlformats.org/drawingml/2006/main">
            <a:pPr>
              <a:defRPr sz="1350" b="0">
                <a:solidFill>
                  <a:srgbClr val="626E63"/>
                </a:solidFill>
              </a:defRPr>
            </a:pPr>
            <a:r>
              <a:rPr sz="1350" b="0">
                <a:solidFill>
                  <a:srgbClr val="626E63"/>
                </a:solidFill>
              </a:rPr>
              <a:t>03</a:t>
            </a:r>
          </a:p>
        </p:txBody>
      </p:sp>
      <p:sp>
        <p:nvSpPr>
          <p:cNvPr id="4" name="step-0">
            <a:extLst xmlns:a="http://schemas.openxmlformats.org/drawingml/2006/main">
              <a:ext uri="{FF2B5EF4-FFF2-40B4-BE49-F238E27FC236}">
                <a16:creationId xmlns:a16="http://schemas.microsoft.com/office/drawing/2014/main" id="{27D28F9E-3A13-4C6F-814E-6482CA10AC07}"/>
              </a:ext>
            </a:extLst>
          </p:cNvPr>
          <p:cNvSpPr>
            <a:spLocks xmlns:a="http://schemas.openxmlformats.org/drawingml/2006/main" noGrp="1"/>
          </p:cNvSpPr>
          <p:nvPr/>
        </p:nvSpPr>
        <p:spPr>
          <a:xfrm xmlns:a="http://schemas.openxmlformats.org/drawingml/2006/main">
            <a:off x="666750" y="1924050"/>
            <a:ext cx="57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6C68A8"/>
                </a:solidFill>
              </a:defRPr>
            </a:defPPr>
            <a:lvl1pPr>
              <a:defRPr sz="2175" b="1">
                <a:solidFill>
                  <a:srgbClr val="6C68A8"/>
                </a:solidFill>
              </a:defRPr>
            </a:lvl1pPr>
            <a:lvl2pPr>
              <a:defRPr sz="2175" b="1">
                <a:solidFill>
                  <a:srgbClr val="6C68A8"/>
                </a:solidFill>
              </a:defRPr>
            </a:lvl2pPr>
            <a:lvl3pPr>
              <a:defRPr sz="2175" b="1">
                <a:solidFill>
                  <a:srgbClr val="6C68A8"/>
                </a:solidFill>
              </a:defRPr>
            </a:lvl3pPr>
            <a:lvl4pPr>
              <a:defRPr sz="2175" b="1">
                <a:solidFill>
                  <a:srgbClr val="6C68A8"/>
                </a:solidFill>
              </a:defRPr>
            </a:lvl4pPr>
            <a:lvl5pPr>
              <a:defRPr sz="2175" b="1">
                <a:solidFill>
                  <a:srgbClr val="6C68A8"/>
                </a:solidFill>
              </a:defRPr>
            </a:lvl5pPr>
            <a:lvl6pPr>
              <a:defRPr sz="2175" b="1">
                <a:solidFill>
                  <a:srgbClr val="6C68A8"/>
                </a:solidFill>
              </a:defRPr>
            </a:lvl6pPr>
            <a:lvl7pPr>
              <a:defRPr sz="2175" b="1">
                <a:solidFill>
                  <a:srgbClr val="6C68A8"/>
                </a:solidFill>
              </a:defRPr>
            </a:lvl7pPr>
            <a:lvl8pPr>
              <a:defRPr sz="2175" b="1">
                <a:solidFill>
                  <a:srgbClr val="6C68A8"/>
                </a:solidFill>
              </a:defRPr>
            </a:lvl8pPr>
            <a:lvl9pPr>
              <a:defRPr sz="2175" b="1">
                <a:solidFill>
                  <a:srgbClr val="6C68A8"/>
                </a:solidFill>
              </a:defRPr>
            </a:lvl9pPr>
          </a:lstStyle>
          <a:p xmlns:a="http://schemas.openxmlformats.org/drawingml/2006/main">
            <a:pPr>
              <a:defRPr sz="2175" b="1">
                <a:solidFill>
                  <a:srgbClr val="6C68A8"/>
                </a:solidFill>
              </a:defRPr>
            </a:pPr>
            <a:r>
              <a:rPr sz="2175" b="1">
                <a:solidFill>
                  <a:srgbClr val="6C68A8"/>
                </a:solidFill>
              </a:rPr>
              <a:t>01</a:t>
            </a:r>
          </a:p>
        </p:txBody>
      </p:sp>
      <p:sp>
        <p:nvSpPr>
          <p:cNvPr id="5" name="step-title-0">
            <a:extLst xmlns:a="http://schemas.openxmlformats.org/drawingml/2006/main">
              <a:ext uri="{FF2B5EF4-FFF2-40B4-BE49-F238E27FC236}">
                <a16:creationId xmlns:a16="http://schemas.microsoft.com/office/drawing/2014/main" id="{94877496-528D-4B3A-975B-927AD78B5268}"/>
              </a:ext>
            </a:extLst>
          </p:cNvPr>
          <p:cNvSpPr>
            <a:spLocks xmlns:a="http://schemas.openxmlformats.org/drawingml/2006/main" noGrp="1"/>
          </p:cNvSpPr>
          <p:nvPr/>
        </p:nvSpPr>
        <p:spPr>
          <a:xfrm xmlns:a="http://schemas.openxmlformats.org/drawingml/2006/main">
            <a:off x="1466850" y="1924050"/>
            <a:ext cx="400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93F30"/>
                </a:solidFill>
              </a:defRPr>
            </a:defPPr>
            <a:lvl1pPr>
              <a:defRPr sz="2325" b="1">
                <a:solidFill>
                  <a:srgbClr val="193F30"/>
                </a:solidFill>
              </a:defRPr>
            </a:lvl1pPr>
            <a:lvl2pPr>
              <a:defRPr sz="2325" b="1">
                <a:solidFill>
                  <a:srgbClr val="193F30"/>
                </a:solidFill>
              </a:defRPr>
            </a:lvl2pPr>
            <a:lvl3pPr>
              <a:defRPr sz="2325" b="1">
                <a:solidFill>
                  <a:srgbClr val="193F30"/>
                </a:solidFill>
              </a:defRPr>
            </a:lvl3pPr>
            <a:lvl4pPr>
              <a:defRPr sz="2325" b="1">
                <a:solidFill>
                  <a:srgbClr val="193F30"/>
                </a:solidFill>
              </a:defRPr>
            </a:lvl4pPr>
            <a:lvl5pPr>
              <a:defRPr sz="2325" b="1">
                <a:solidFill>
                  <a:srgbClr val="193F30"/>
                </a:solidFill>
              </a:defRPr>
            </a:lvl5pPr>
            <a:lvl6pPr>
              <a:defRPr sz="2325" b="1">
                <a:solidFill>
                  <a:srgbClr val="193F30"/>
                </a:solidFill>
              </a:defRPr>
            </a:lvl6pPr>
            <a:lvl7pPr>
              <a:defRPr sz="2325" b="1">
                <a:solidFill>
                  <a:srgbClr val="193F30"/>
                </a:solidFill>
              </a:defRPr>
            </a:lvl7pPr>
            <a:lvl8pPr>
              <a:defRPr sz="2325" b="1">
                <a:solidFill>
                  <a:srgbClr val="193F30"/>
                </a:solidFill>
              </a:defRPr>
            </a:lvl8pPr>
            <a:lvl9pPr>
              <a:defRPr sz="2325" b="1">
                <a:solidFill>
                  <a:srgbClr val="193F30"/>
                </a:solidFill>
              </a:defRPr>
            </a:lvl9pPr>
          </a:lstStyle>
          <a:p xmlns:a="http://schemas.openxmlformats.org/drawingml/2006/main">
            <a:pPr>
              <a:defRPr sz="2325" b="1">
                <a:solidFill>
                  <a:srgbClr val="193F30"/>
                </a:solidFill>
              </a:defRPr>
            </a:pPr>
            <a:r>
              <a:rPr sz="2325" b="1">
                <a:solidFill>
                  <a:srgbClr val="193F30"/>
                </a:solidFill>
              </a:rPr>
              <a:t>Scan</a:t>
            </a:r>
          </a:p>
        </p:txBody>
      </p:sp>
      <p:sp>
        <p:nvSpPr>
          <p:cNvPr id="6" name="step-detail-0">
            <a:extLst xmlns:a="http://schemas.openxmlformats.org/drawingml/2006/main">
              <a:ext uri="{FF2B5EF4-FFF2-40B4-BE49-F238E27FC236}">
                <a16:creationId xmlns:a16="http://schemas.microsoft.com/office/drawing/2014/main" id="{3E648414-0685-4933-88F4-956DDFD38D74}"/>
              </a:ext>
            </a:extLst>
          </p:cNvPr>
          <p:cNvSpPr>
            <a:spLocks xmlns:a="http://schemas.openxmlformats.org/drawingml/2006/main" noGrp="1"/>
          </p:cNvSpPr>
          <p:nvPr/>
        </p:nvSpPr>
        <p:spPr>
          <a:xfrm xmlns:a="http://schemas.openxmlformats.org/drawingml/2006/main">
            <a:off x="1466850" y="2333625"/>
            <a:ext cx="438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626E63"/>
                </a:solidFill>
              </a:defRPr>
            </a:defPPr>
            <a:lvl1pPr>
              <a:defRPr sz="1800" b="0">
                <a:solidFill>
                  <a:srgbClr val="626E63"/>
                </a:solidFill>
              </a:defRPr>
            </a:lvl1pPr>
            <a:lvl2pPr>
              <a:defRPr sz="1800" b="0">
                <a:solidFill>
                  <a:srgbClr val="626E63"/>
                </a:solidFill>
              </a:defRPr>
            </a:lvl2pPr>
            <a:lvl3pPr>
              <a:defRPr sz="1800" b="0">
                <a:solidFill>
                  <a:srgbClr val="626E63"/>
                </a:solidFill>
              </a:defRPr>
            </a:lvl3pPr>
            <a:lvl4pPr>
              <a:defRPr sz="1800" b="0">
                <a:solidFill>
                  <a:srgbClr val="626E63"/>
                </a:solidFill>
              </a:defRPr>
            </a:lvl4pPr>
            <a:lvl5pPr>
              <a:defRPr sz="1800" b="0">
                <a:solidFill>
                  <a:srgbClr val="626E63"/>
                </a:solidFill>
              </a:defRPr>
            </a:lvl5pPr>
            <a:lvl6pPr>
              <a:defRPr sz="1800" b="0">
                <a:solidFill>
                  <a:srgbClr val="626E63"/>
                </a:solidFill>
              </a:defRPr>
            </a:lvl6pPr>
            <a:lvl7pPr>
              <a:defRPr sz="1800" b="0">
                <a:solidFill>
                  <a:srgbClr val="626E63"/>
                </a:solidFill>
              </a:defRPr>
            </a:lvl7pPr>
            <a:lvl8pPr>
              <a:defRPr sz="1800" b="0">
                <a:solidFill>
                  <a:srgbClr val="626E63"/>
                </a:solidFill>
              </a:defRPr>
            </a:lvl8pPr>
            <a:lvl9pPr>
              <a:defRPr sz="1800" b="0">
                <a:solidFill>
                  <a:srgbClr val="626E63"/>
                </a:solidFill>
              </a:defRPr>
            </a:lvl9pPr>
          </a:lstStyle>
          <a:p xmlns:a="http://schemas.openxmlformats.org/drawingml/2006/main">
            <a:pPr>
              <a:defRPr sz="1800" b="0">
                <a:solidFill>
                  <a:srgbClr val="626E63"/>
                </a:solidFill>
              </a:defRPr>
            </a:pPr>
            <a:r>
              <a:rPr sz="1800" b="0">
                <a:solidFill>
                  <a:srgbClr val="626E63"/>
                </a:solidFill>
              </a:rPr>
              <a:t>Camera, photo or text description</a:t>
            </a:r>
          </a:p>
        </p:txBody>
      </p:sp>
      <p:sp>
        <p:nvSpPr>
          <p:cNvPr id="7" name="step-1">
            <a:extLst xmlns:a="http://schemas.openxmlformats.org/drawingml/2006/main">
              <a:ext uri="{FF2B5EF4-FFF2-40B4-BE49-F238E27FC236}">
                <a16:creationId xmlns:a16="http://schemas.microsoft.com/office/drawing/2014/main" id="{89177995-0782-4C57-817F-3AA0BD20D894}"/>
              </a:ext>
            </a:extLst>
          </p:cNvPr>
          <p:cNvSpPr>
            <a:spLocks xmlns:a="http://schemas.openxmlformats.org/drawingml/2006/main" noGrp="1"/>
          </p:cNvSpPr>
          <p:nvPr/>
        </p:nvSpPr>
        <p:spPr>
          <a:xfrm xmlns:a="http://schemas.openxmlformats.org/drawingml/2006/main">
            <a:off x="666750" y="2895600"/>
            <a:ext cx="57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6C68A8"/>
                </a:solidFill>
              </a:defRPr>
            </a:defPPr>
            <a:lvl1pPr>
              <a:defRPr sz="2175" b="1">
                <a:solidFill>
                  <a:srgbClr val="6C68A8"/>
                </a:solidFill>
              </a:defRPr>
            </a:lvl1pPr>
            <a:lvl2pPr>
              <a:defRPr sz="2175" b="1">
                <a:solidFill>
                  <a:srgbClr val="6C68A8"/>
                </a:solidFill>
              </a:defRPr>
            </a:lvl2pPr>
            <a:lvl3pPr>
              <a:defRPr sz="2175" b="1">
                <a:solidFill>
                  <a:srgbClr val="6C68A8"/>
                </a:solidFill>
              </a:defRPr>
            </a:lvl3pPr>
            <a:lvl4pPr>
              <a:defRPr sz="2175" b="1">
                <a:solidFill>
                  <a:srgbClr val="6C68A8"/>
                </a:solidFill>
              </a:defRPr>
            </a:lvl4pPr>
            <a:lvl5pPr>
              <a:defRPr sz="2175" b="1">
                <a:solidFill>
                  <a:srgbClr val="6C68A8"/>
                </a:solidFill>
              </a:defRPr>
            </a:lvl5pPr>
            <a:lvl6pPr>
              <a:defRPr sz="2175" b="1">
                <a:solidFill>
                  <a:srgbClr val="6C68A8"/>
                </a:solidFill>
              </a:defRPr>
            </a:lvl6pPr>
            <a:lvl7pPr>
              <a:defRPr sz="2175" b="1">
                <a:solidFill>
                  <a:srgbClr val="6C68A8"/>
                </a:solidFill>
              </a:defRPr>
            </a:lvl7pPr>
            <a:lvl8pPr>
              <a:defRPr sz="2175" b="1">
                <a:solidFill>
                  <a:srgbClr val="6C68A8"/>
                </a:solidFill>
              </a:defRPr>
            </a:lvl8pPr>
            <a:lvl9pPr>
              <a:defRPr sz="2175" b="1">
                <a:solidFill>
                  <a:srgbClr val="6C68A8"/>
                </a:solidFill>
              </a:defRPr>
            </a:lvl9pPr>
          </a:lstStyle>
          <a:p xmlns:a="http://schemas.openxmlformats.org/drawingml/2006/main">
            <a:pPr>
              <a:defRPr sz="2175" b="1">
                <a:solidFill>
                  <a:srgbClr val="6C68A8"/>
                </a:solidFill>
              </a:defRPr>
            </a:pPr>
            <a:r>
              <a:rPr sz="2175" b="1">
                <a:solidFill>
                  <a:srgbClr val="6C68A8"/>
                </a:solidFill>
              </a:rPr>
              <a:t>02</a:t>
            </a:r>
          </a:p>
        </p:txBody>
      </p:sp>
      <p:sp>
        <p:nvSpPr>
          <p:cNvPr id="8" name="step-title-1">
            <a:extLst xmlns:a="http://schemas.openxmlformats.org/drawingml/2006/main">
              <a:ext uri="{FF2B5EF4-FFF2-40B4-BE49-F238E27FC236}">
                <a16:creationId xmlns:a16="http://schemas.microsoft.com/office/drawing/2014/main" id="{4F9E2AAA-3CD9-40A7-AE81-CAF3314E0F59}"/>
              </a:ext>
            </a:extLst>
          </p:cNvPr>
          <p:cNvSpPr>
            <a:spLocks xmlns:a="http://schemas.openxmlformats.org/drawingml/2006/main" noGrp="1"/>
          </p:cNvSpPr>
          <p:nvPr/>
        </p:nvSpPr>
        <p:spPr>
          <a:xfrm xmlns:a="http://schemas.openxmlformats.org/drawingml/2006/main">
            <a:off x="1466850" y="2895600"/>
            <a:ext cx="400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93F30"/>
                </a:solidFill>
              </a:defRPr>
            </a:defPPr>
            <a:lvl1pPr>
              <a:defRPr sz="2325" b="1">
                <a:solidFill>
                  <a:srgbClr val="193F30"/>
                </a:solidFill>
              </a:defRPr>
            </a:lvl1pPr>
            <a:lvl2pPr>
              <a:defRPr sz="2325" b="1">
                <a:solidFill>
                  <a:srgbClr val="193F30"/>
                </a:solidFill>
              </a:defRPr>
            </a:lvl2pPr>
            <a:lvl3pPr>
              <a:defRPr sz="2325" b="1">
                <a:solidFill>
                  <a:srgbClr val="193F30"/>
                </a:solidFill>
              </a:defRPr>
            </a:lvl3pPr>
            <a:lvl4pPr>
              <a:defRPr sz="2325" b="1">
                <a:solidFill>
                  <a:srgbClr val="193F30"/>
                </a:solidFill>
              </a:defRPr>
            </a:lvl4pPr>
            <a:lvl5pPr>
              <a:defRPr sz="2325" b="1">
                <a:solidFill>
                  <a:srgbClr val="193F30"/>
                </a:solidFill>
              </a:defRPr>
            </a:lvl5pPr>
            <a:lvl6pPr>
              <a:defRPr sz="2325" b="1">
                <a:solidFill>
                  <a:srgbClr val="193F30"/>
                </a:solidFill>
              </a:defRPr>
            </a:lvl6pPr>
            <a:lvl7pPr>
              <a:defRPr sz="2325" b="1">
                <a:solidFill>
                  <a:srgbClr val="193F30"/>
                </a:solidFill>
              </a:defRPr>
            </a:lvl7pPr>
            <a:lvl8pPr>
              <a:defRPr sz="2325" b="1">
                <a:solidFill>
                  <a:srgbClr val="193F30"/>
                </a:solidFill>
              </a:defRPr>
            </a:lvl8pPr>
            <a:lvl9pPr>
              <a:defRPr sz="2325" b="1">
                <a:solidFill>
                  <a:srgbClr val="193F30"/>
                </a:solidFill>
              </a:defRPr>
            </a:lvl9pPr>
          </a:lstStyle>
          <a:p xmlns:a="http://schemas.openxmlformats.org/drawingml/2006/main">
            <a:pPr>
              <a:defRPr sz="2325" b="1">
                <a:solidFill>
                  <a:srgbClr val="193F30"/>
                </a:solidFill>
              </a:defRPr>
            </a:pPr>
            <a:r>
              <a:rPr sz="2325" b="1">
                <a:solidFill>
                  <a:srgbClr val="193F30"/>
                </a:solidFill>
              </a:rPr>
              <a:t>Confirm</a:t>
            </a:r>
          </a:p>
        </p:txBody>
      </p:sp>
      <p:sp>
        <p:nvSpPr>
          <p:cNvPr id="9" name="step-detail-1">
            <a:extLst xmlns:a="http://schemas.openxmlformats.org/drawingml/2006/main">
              <a:ext uri="{FF2B5EF4-FFF2-40B4-BE49-F238E27FC236}">
                <a16:creationId xmlns:a16="http://schemas.microsoft.com/office/drawing/2014/main" id="{FA036F15-10F0-439D-80C8-608D8CFFFFD3}"/>
              </a:ext>
            </a:extLst>
          </p:cNvPr>
          <p:cNvSpPr>
            <a:spLocks xmlns:a="http://schemas.openxmlformats.org/drawingml/2006/main" noGrp="1"/>
          </p:cNvSpPr>
          <p:nvPr/>
        </p:nvSpPr>
        <p:spPr>
          <a:xfrm xmlns:a="http://schemas.openxmlformats.org/drawingml/2006/main">
            <a:off x="1466850" y="3305175"/>
            <a:ext cx="438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626E63"/>
                </a:solidFill>
              </a:defRPr>
            </a:defPPr>
            <a:lvl1pPr>
              <a:defRPr sz="1800" b="0">
                <a:solidFill>
                  <a:srgbClr val="626E63"/>
                </a:solidFill>
              </a:defRPr>
            </a:lvl1pPr>
            <a:lvl2pPr>
              <a:defRPr sz="1800" b="0">
                <a:solidFill>
                  <a:srgbClr val="626E63"/>
                </a:solidFill>
              </a:defRPr>
            </a:lvl2pPr>
            <a:lvl3pPr>
              <a:defRPr sz="1800" b="0">
                <a:solidFill>
                  <a:srgbClr val="626E63"/>
                </a:solidFill>
              </a:defRPr>
            </a:lvl3pPr>
            <a:lvl4pPr>
              <a:defRPr sz="1800" b="0">
                <a:solidFill>
                  <a:srgbClr val="626E63"/>
                </a:solidFill>
              </a:defRPr>
            </a:lvl4pPr>
            <a:lvl5pPr>
              <a:defRPr sz="1800" b="0">
                <a:solidFill>
                  <a:srgbClr val="626E63"/>
                </a:solidFill>
              </a:defRPr>
            </a:lvl5pPr>
            <a:lvl6pPr>
              <a:defRPr sz="1800" b="0">
                <a:solidFill>
                  <a:srgbClr val="626E63"/>
                </a:solidFill>
              </a:defRPr>
            </a:lvl6pPr>
            <a:lvl7pPr>
              <a:defRPr sz="1800" b="0">
                <a:solidFill>
                  <a:srgbClr val="626E63"/>
                </a:solidFill>
              </a:defRPr>
            </a:lvl7pPr>
            <a:lvl8pPr>
              <a:defRPr sz="1800" b="0">
                <a:solidFill>
                  <a:srgbClr val="626E63"/>
                </a:solidFill>
              </a:defRPr>
            </a:lvl8pPr>
            <a:lvl9pPr>
              <a:defRPr sz="1800" b="0">
                <a:solidFill>
                  <a:srgbClr val="626E63"/>
                </a:solidFill>
              </a:defRPr>
            </a:lvl9pPr>
          </a:lstStyle>
          <a:p xmlns:a="http://schemas.openxmlformats.org/drawingml/2006/main">
            <a:pPr>
              <a:defRPr sz="1800" b="0">
                <a:solidFill>
                  <a:srgbClr val="626E63"/>
                </a:solidFill>
              </a:defRPr>
            </a:pPr>
            <a:r>
              <a:rPr sz="1800" b="0">
                <a:solidFill>
                  <a:srgbClr val="626E63"/>
                </a:solidFill>
              </a:rPr>
              <a:t>Correct or remove suggested items</a:t>
            </a:r>
          </a:p>
        </p:txBody>
      </p:sp>
      <p:sp>
        <p:nvSpPr>
          <p:cNvPr id="10" name="step-2">
            <a:extLst xmlns:a="http://schemas.openxmlformats.org/drawingml/2006/main">
              <a:ext uri="{FF2B5EF4-FFF2-40B4-BE49-F238E27FC236}">
                <a16:creationId xmlns:a16="http://schemas.microsoft.com/office/drawing/2014/main" id="{28E8C53F-8955-4153-BDD8-C0B5B47C8721}"/>
              </a:ext>
            </a:extLst>
          </p:cNvPr>
          <p:cNvSpPr>
            <a:spLocks xmlns:a="http://schemas.openxmlformats.org/drawingml/2006/main" noGrp="1"/>
          </p:cNvSpPr>
          <p:nvPr/>
        </p:nvSpPr>
        <p:spPr>
          <a:xfrm xmlns:a="http://schemas.openxmlformats.org/drawingml/2006/main">
            <a:off x="666750" y="3867150"/>
            <a:ext cx="57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6C68A8"/>
                </a:solidFill>
              </a:defRPr>
            </a:defPPr>
            <a:lvl1pPr>
              <a:defRPr sz="2175" b="1">
                <a:solidFill>
                  <a:srgbClr val="6C68A8"/>
                </a:solidFill>
              </a:defRPr>
            </a:lvl1pPr>
            <a:lvl2pPr>
              <a:defRPr sz="2175" b="1">
                <a:solidFill>
                  <a:srgbClr val="6C68A8"/>
                </a:solidFill>
              </a:defRPr>
            </a:lvl2pPr>
            <a:lvl3pPr>
              <a:defRPr sz="2175" b="1">
                <a:solidFill>
                  <a:srgbClr val="6C68A8"/>
                </a:solidFill>
              </a:defRPr>
            </a:lvl3pPr>
            <a:lvl4pPr>
              <a:defRPr sz="2175" b="1">
                <a:solidFill>
                  <a:srgbClr val="6C68A8"/>
                </a:solidFill>
              </a:defRPr>
            </a:lvl4pPr>
            <a:lvl5pPr>
              <a:defRPr sz="2175" b="1">
                <a:solidFill>
                  <a:srgbClr val="6C68A8"/>
                </a:solidFill>
              </a:defRPr>
            </a:lvl5pPr>
            <a:lvl6pPr>
              <a:defRPr sz="2175" b="1">
                <a:solidFill>
                  <a:srgbClr val="6C68A8"/>
                </a:solidFill>
              </a:defRPr>
            </a:lvl6pPr>
            <a:lvl7pPr>
              <a:defRPr sz="2175" b="1">
                <a:solidFill>
                  <a:srgbClr val="6C68A8"/>
                </a:solidFill>
              </a:defRPr>
            </a:lvl7pPr>
            <a:lvl8pPr>
              <a:defRPr sz="2175" b="1">
                <a:solidFill>
                  <a:srgbClr val="6C68A8"/>
                </a:solidFill>
              </a:defRPr>
            </a:lvl8pPr>
            <a:lvl9pPr>
              <a:defRPr sz="2175" b="1">
                <a:solidFill>
                  <a:srgbClr val="6C68A8"/>
                </a:solidFill>
              </a:defRPr>
            </a:lvl9pPr>
          </a:lstStyle>
          <a:p xmlns:a="http://schemas.openxmlformats.org/drawingml/2006/main">
            <a:pPr>
              <a:defRPr sz="2175" b="1">
                <a:solidFill>
                  <a:srgbClr val="6C68A8"/>
                </a:solidFill>
              </a:defRPr>
            </a:pPr>
            <a:r>
              <a:rPr sz="2175" b="1">
                <a:solidFill>
                  <a:srgbClr val="6C68A8"/>
                </a:solidFill>
              </a:rPr>
              <a:t>03</a:t>
            </a:r>
          </a:p>
        </p:txBody>
      </p:sp>
      <p:sp>
        <p:nvSpPr>
          <p:cNvPr id="11" name="step-title-2">
            <a:extLst xmlns:a="http://schemas.openxmlformats.org/drawingml/2006/main">
              <a:ext uri="{FF2B5EF4-FFF2-40B4-BE49-F238E27FC236}">
                <a16:creationId xmlns:a16="http://schemas.microsoft.com/office/drawing/2014/main" id="{1DFFC881-69BD-4303-91F4-01984587EDD9}"/>
              </a:ext>
            </a:extLst>
          </p:cNvPr>
          <p:cNvSpPr>
            <a:spLocks xmlns:a="http://schemas.openxmlformats.org/drawingml/2006/main" noGrp="1"/>
          </p:cNvSpPr>
          <p:nvPr/>
        </p:nvSpPr>
        <p:spPr>
          <a:xfrm xmlns:a="http://schemas.openxmlformats.org/drawingml/2006/main">
            <a:off x="1466850" y="3867150"/>
            <a:ext cx="400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93F30"/>
                </a:solidFill>
              </a:defRPr>
            </a:defPPr>
            <a:lvl1pPr>
              <a:defRPr sz="2325" b="1">
                <a:solidFill>
                  <a:srgbClr val="193F30"/>
                </a:solidFill>
              </a:defRPr>
            </a:lvl1pPr>
            <a:lvl2pPr>
              <a:defRPr sz="2325" b="1">
                <a:solidFill>
                  <a:srgbClr val="193F30"/>
                </a:solidFill>
              </a:defRPr>
            </a:lvl2pPr>
            <a:lvl3pPr>
              <a:defRPr sz="2325" b="1">
                <a:solidFill>
                  <a:srgbClr val="193F30"/>
                </a:solidFill>
              </a:defRPr>
            </a:lvl3pPr>
            <a:lvl4pPr>
              <a:defRPr sz="2325" b="1">
                <a:solidFill>
                  <a:srgbClr val="193F30"/>
                </a:solidFill>
              </a:defRPr>
            </a:lvl4pPr>
            <a:lvl5pPr>
              <a:defRPr sz="2325" b="1">
                <a:solidFill>
                  <a:srgbClr val="193F30"/>
                </a:solidFill>
              </a:defRPr>
            </a:lvl5pPr>
            <a:lvl6pPr>
              <a:defRPr sz="2325" b="1">
                <a:solidFill>
                  <a:srgbClr val="193F30"/>
                </a:solidFill>
              </a:defRPr>
            </a:lvl6pPr>
            <a:lvl7pPr>
              <a:defRPr sz="2325" b="1">
                <a:solidFill>
                  <a:srgbClr val="193F30"/>
                </a:solidFill>
              </a:defRPr>
            </a:lvl7pPr>
            <a:lvl8pPr>
              <a:defRPr sz="2325" b="1">
                <a:solidFill>
                  <a:srgbClr val="193F30"/>
                </a:solidFill>
              </a:defRPr>
            </a:lvl8pPr>
            <a:lvl9pPr>
              <a:defRPr sz="2325" b="1">
                <a:solidFill>
                  <a:srgbClr val="193F30"/>
                </a:solidFill>
              </a:defRPr>
            </a:lvl9pPr>
          </a:lstStyle>
          <a:p xmlns:a="http://schemas.openxmlformats.org/drawingml/2006/main">
            <a:pPr>
              <a:defRPr sz="2325" b="1">
                <a:solidFill>
                  <a:srgbClr val="193F30"/>
                </a:solidFill>
              </a:defRPr>
            </a:pPr>
            <a:r>
              <a:rPr sz="2325" b="1">
                <a:solidFill>
                  <a:srgbClr val="193F30"/>
                </a:solidFill>
              </a:rPr>
              <a:t>Book</a:t>
            </a:r>
          </a:p>
        </p:txBody>
      </p:sp>
      <p:sp>
        <p:nvSpPr>
          <p:cNvPr id="12" name="step-detail-2">
            <a:extLst xmlns:a="http://schemas.openxmlformats.org/drawingml/2006/main">
              <a:ext uri="{FF2B5EF4-FFF2-40B4-BE49-F238E27FC236}">
                <a16:creationId xmlns:a16="http://schemas.microsoft.com/office/drawing/2014/main" id="{7DC36EEA-7B78-449F-96DA-5587A0697079}"/>
              </a:ext>
            </a:extLst>
          </p:cNvPr>
          <p:cNvSpPr>
            <a:spLocks xmlns:a="http://schemas.openxmlformats.org/drawingml/2006/main" noGrp="1"/>
          </p:cNvSpPr>
          <p:nvPr/>
        </p:nvSpPr>
        <p:spPr>
          <a:xfrm xmlns:a="http://schemas.openxmlformats.org/drawingml/2006/main">
            <a:off x="1466850" y="4276725"/>
            <a:ext cx="438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626E63"/>
                </a:solidFill>
              </a:defRPr>
            </a:defPPr>
            <a:lvl1pPr>
              <a:defRPr sz="1800" b="0">
                <a:solidFill>
                  <a:srgbClr val="626E63"/>
                </a:solidFill>
              </a:defRPr>
            </a:lvl1pPr>
            <a:lvl2pPr>
              <a:defRPr sz="1800" b="0">
                <a:solidFill>
                  <a:srgbClr val="626E63"/>
                </a:solidFill>
              </a:defRPr>
            </a:lvl2pPr>
            <a:lvl3pPr>
              <a:defRPr sz="1800" b="0">
                <a:solidFill>
                  <a:srgbClr val="626E63"/>
                </a:solidFill>
              </a:defRPr>
            </a:lvl3pPr>
            <a:lvl4pPr>
              <a:defRPr sz="1800" b="0">
                <a:solidFill>
                  <a:srgbClr val="626E63"/>
                </a:solidFill>
              </a:defRPr>
            </a:lvl4pPr>
            <a:lvl5pPr>
              <a:defRPr sz="1800" b="0">
                <a:solidFill>
                  <a:srgbClr val="626E63"/>
                </a:solidFill>
              </a:defRPr>
            </a:lvl5pPr>
            <a:lvl6pPr>
              <a:defRPr sz="1800" b="0">
                <a:solidFill>
                  <a:srgbClr val="626E63"/>
                </a:solidFill>
              </a:defRPr>
            </a:lvl6pPr>
            <a:lvl7pPr>
              <a:defRPr sz="1800" b="0">
                <a:solidFill>
                  <a:srgbClr val="626E63"/>
                </a:solidFill>
              </a:defRPr>
            </a:lvl7pPr>
            <a:lvl8pPr>
              <a:defRPr sz="1800" b="0">
                <a:solidFill>
                  <a:srgbClr val="626E63"/>
                </a:solidFill>
              </a:defRPr>
            </a:lvl8pPr>
            <a:lvl9pPr>
              <a:defRPr sz="1800" b="0">
                <a:solidFill>
                  <a:srgbClr val="626E63"/>
                </a:solidFill>
              </a:defRPr>
            </a:lvl9pPr>
          </a:lstStyle>
          <a:p xmlns:a="http://schemas.openxmlformats.org/drawingml/2006/main">
            <a:pPr>
              <a:defRPr sz="1800" b="0">
                <a:solidFill>
                  <a:srgbClr val="626E63"/>
                </a:solidFill>
              </a:defRPr>
            </a:pPr>
            <a:r>
              <a:rPr sz="1800" b="0">
                <a:solidFill>
                  <a:srgbClr val="626E63"/>
                </a:solidFill>
              </a:rPr>
              <a:t>Choose a time and see the fee</a:t>
            </a:r>
          </a:p>
        </p:txBody>
      </p:sp>
      <p:sp>
        <p:nvSpPr>
          <p:cNvPr id="13" name="step-3">
            <a:extLst xmlns:a="http://schemas.openxmlformats.org/drawingml/2006/main">
              <a:ext uri="{FF2B5EF4-FFF2-40B4-BE49-F238E27FC236}">
                <a16:creationId xmlns:a16="http://schemas.microsoft.com/office/drawing/2014/main" id="{BC999849-C992-47EC-90CC-154A6FAD8EF6}"/>
              </a:ext>
            </a:extLst>
          </p:cNvPr>
          <p:cNvSpPr>
            <a:spLocks xmlns:a="http://schemas.openxmlformats.org/drawingml/2006/main" noGrp="1"/>
          </p:cNvSpPr>
          <p:nvPr/>
        </p:nvSpPr>
        <p:spPr>
          <a:xfrm xmlns:a="http://schemas.openxmlformats.org/drawingml/2006/main">
            <a:off x="666750" y="4838700"/>
            <a:ext cx="57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6C68A8"/>
                </a:solidFill>
              </a:defRPr>
            </a:defPPr>
            <a:lvl1pPr>
              <a:defRPr sz="2175" b="1">
                <a:solidFill>
                  <a:srgbClr val="6C68A8"/>
                </a:solidFill>
              </a:defRPr>
            </a:lvl1pPr>
            <a:lvl2pPr>
              <a:defRPr sz="2175" b="1">
                <a:solidFill>
                  <a:srgbClr val="6C68A8"/>
                </a:solidFill>
              </a:defRPr>
            </a:lvl2pPr>
            <a:lvl3pPr>
              <a:defRPr sz="2175" b="1">
                <a:solidFill>
                  <a:srgbClr val="6C68A8"/>
                </a:solidFill>
              </a:defRPr>
            </a:lvl3pPr>
            <a:lvl4pPr>
              <a:defRPr sz="2175" b="1">
                <a:solidFill>
                  <a:srgbClr val="6C68A8"/>
                </a:solidFill>
              </a:defRPr>
            </a:lvl4pPr>
            <a:lvl5pPr>
              <a:defRPr sz="2175" b="1">
                <a:solidFill>
                  <a:srgbClr val="6C68A8"/>
                </a:solidFill>
              </a:defRPr>
            </a:lvl5pPr>
            <a:lvl6pPr>
              <a:defRPr sz="2175" b="1">
                <a:solidFill>
                  <a:srgbClr val="6C68A8"/>
                </a:solidFill>
              </a:defRPr>
            </a:lvl6pPr>
            <a:lvl7pPr>
              <a:defRPr sz="2175" b="1">
                <a:solidFill>
                  <a:srgbClr val="6C68A8"/>
                </a:solidFill>
              </a:defRPr>
            </a:lvl7pPr>
            <a:lvl8pPr>
              <a:defRPr sz="2175" b="1">
                <a:solidFill>
                  <a:srgbClr val="6C68A8"/>
                </a:solidFill>
              </a:defRPr>
            </a:lvl8pPr>
            <a:lvl9pPr>
              <a:defRPr sz="2175" b="1">
                <a:solidFill>
                  <a:srgbClr val="6C68A8"/>
                </a:solidFill>
              </a:defRPr>
            </a:lvl9pPr>
          </a:lstStyle>
          <a:p xmlns:a="http://schemas.openxmlformats.org/drawingml/2006/main">
            <a:pPr>
              <a:defRPr sz="2175" b="1">
                <a:solidFill>
                  <a:srgbClr val="6C68A8"/>
                </a:solidFill>
              </a:defRPr>
            </a:pPr>
            <a:r>
              <a:rPr sz="2175" b="1">
                <a:solidFill>
                  <a:srgbClr val="6C68A8"/>
                </a:solidFill>
              </a:rPr>
              <a:t>04</a:t>
            </a:r>
          </a:p>
        </p:txBody>
      </p:sp>
      <p:sp>
        <p:nvSpPr>
          <p:cNvPr id="14" name="step-title-3">
            <a:extLst xmlns:a="http://schemas.openxmlformats.org/drawingml/2006/main">
              <a:ext uri="{FF2B5EF4-FFF2-40B4-BE49-F238E27FC236}">
                <a16:creationId xmlns:a16="http://schemas.microsoft.com/office/drawing/2014/main" id="{8A30F3FD-FB97-4F57-B6CD-EDDA1979C5A6}"/>
              </a:ext>
            </a:extLst>
          </p:cNvPr>
          <p:cNvSpPr>
            <a:spLocks xmlns:a="http://schemas.openxmlformats.org/drawingml/2006/main" noGrp="1"/>
          </p:cNvSpPr>
          <p:nvPr/>
        </p:nvSpPr>
        <p:spPr>
          <a:xfrm xmlns:a="http://schemas.openxmlformats.org/drawingml/2006/main">
            <a:off x="1466850" y="4838700"/>
            <a:ext cx="400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93F30"/>
                </a:solidFill>
              </a:defRPr>
            </a:defPPr>
            <a:lvl1pPr>
              <a:defRPr sz="2325" b="1">
                <a:solidFill>
                  <a:srgbClr val="193F30"/>
                </a:solidFill>
              </a:defRPr>
            </a:lvl1pPr>
            <a:lvl2pPr>
              <a:defRPr sz="2325" b="1">
                <a:solidFill>
                  <a:srgbClr val="193F30"/>
                </a:solidFill>
              </a:defRPr>
            </a:lvl2pPr>
            <a:lvl3pPr>
              <a:defRPr sz="2325" b="1">
                <a:solidFill>
                  <a:srgbClr val="193F30"/>
                </a:solidFill>
              </a:defRPr>
            </a:lvl3pPr>
            <a:lvl4pPr>
              <a:defRPr sz="2325" b="1">
                <a:solidFill>
                  <a:srgbClr val="193F30"/>
                </a:solidFill>
              </a:defRPr>
            </a:lvl4pPr>
            <a:lvl5pPr>
              <a:defRPr sz="2325" b="1">
                <a:solidFill>
                  <a:srgbClr val="193F30"/>
                </a:solidFill>
              </a:defRPr>
            </a:lvl5pPr>
            <a:lvl6pPr>
              <a:defRPr sz="2325" b="1">
                <a:solidFill>
                  <a:srgbClr val="193F30"/>
                </a:solidFill>
              </a:defRPr>
            </a:lvl6pPr>
            <a:lvl7pPr>
              <a:defRPr sz="2325" b="1">
                <a:solidFill>
                  <a:srgbClr val="193F30"/>
                </a:solidFill>
              </a:defRPr>
            </a:lvl7pPr>
            <a:lvl8pPr>
              <a:defRPr sz="2325" b="1">
                <a:solidFill>
                  <a:srgbClr val="193F30"/>
                </a:solidFill>
              </a:defRPr>
            </a:lvl8pPr>
            <a:lvl9pPr>
              <a:defRPr sz="2325" b="1">
                <a:solidFill>
                  <a:srgbClr val="193F30"/>
                </a:solidFill>
              </a:defRPr>
            </a:lvl9pPr>
          </a:lstStyle>
          <a:p xmlns:a="http://schemas.openxmlformats.org/drawingml/2006/main">
            <a:pPr>
              <a:defRPr sz="2325" b="1">
                <a:solidFill>
                  <a:srgbClr val="193F30"/>
                </a:solidFill>
              </a:defRPr>
            </a:pPr>
            <a:r>
              <a:rPr sz="2325" b="1">
                <a:solidFill>
                  <a:srgbClr val="193F30"/>
                </a:solidFill>
              </a:rPr>
              <a:t>Review</a:t>
            </a:r>
          </a:p>
        </p:txBody>
      </p:sp>
      <p:sp>
        <p:nvSpPr>
          <p:cNvPr id="15" name="step-detail-3">
            <a:extLst xmlns:a="http://schemas.openxmlformats.org/drawingml/2006/main">
              <a:ext uri="{FF2B5EF4-FFF2-40B4-BE49-F238E27FC236}">
                <a16:creationId xmlns:a16="http://schemas.microsoft.com/office/drawing/2014/main" id="{D252857C-4AA6-4060-B52E-1E003D0E2770}"/>
              </a:ext>
            </a:extLst>
          </p:cNvPr>
          <p:cNvSpPr>
            <a:spLocks xmlns:a="http://schemas.openxmlformats.org/drawingml/2006/main" noGrp="1"/>
          </p:cNvSpPr>
          <p:nvPr/>
        </p:nvSpPr>
        <p:spPr>
          <a:xfrm xmlns:a="http://schemas.openxmlformats.org/drawingml/2006/main">
            <a:off x="1466850" y="5248275"/>
            <a:ext cx="438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626E63"/>
                </a:solidFill>
              </a:defRPr>
            </a:defPPr>
            <a:lvl1pPr>
              <a:defRPr sz="1800" b="0">
                <a:solidFill>
                  <a:srgbClr val="626E63"/>
                </a:solidFill>
              </a:defRPr>
            </a:lvl1pPr>
            <a:lvl2pPr>
              <a:defRPr sz="1800" b="0">
                <a:solidFill>
                  <a:srgbClr val="626E63"/>
                </a:solidFill>
              </a:defRPr>
            </a:lvl2pPr>
            <a:lvl3pPr>
              <a:defRPr sz="1800" b="0">
                <a:solidFill>
                  <a:srgbClr val="626E63"/>
                </a:solidFill>
              </a:defRPr>
            </a:lvl3pPr>
            <a:lvl4pPr>
              <a:defRPr sz="1800" b="0">
                <a:solidFill>
                  <a:srgbClr val="626E63"/>
                </a:solidFill>
              </a:defRPr>
            </a:lvl4pPr>
            <a:lvl5pPr>
              <a:defRPr sz="1800" b="0">
                <a:solidFill>
                  <a:srgbClr val="626E63"/>
                </a:solidFill>
              </a:defRPr>
            </a:lvl5pPr>
            <a:lvl6pPr>
              <a:defRPr sz="1800" b="0">
                <a:solidFill>
                  <a:srgbClr val="626E63"/>
                </a:solidFill>
              </a:defRPr>
            </a:lvl6pPr>
            <a:lvl7pPr>
              <a:defRPr sz="1800" b="0">
                <a:solidFill>
                  <a:srgbClr val="626E63"/>
                </a:solidFill>
              </a:defRPr>
            </a:lvl7pPr>
            <a:lvl8pPr>
              <a:defRPr sz="1800" b="0">
                <a:solidFill>
                  <a:srgbClr val="626E63"/>
                </a:solidFill>
              </a:defRPr>
            </a:lvl8pPr>
            <a:lvl9pPr>
              <a:defRPr sz="1800" b="0">
                <a:solidFill>
                  <a:srgbClr val="626E63"/>
                </a:solidFill>
              </a:defRPr>
            </a:lvl9pPr>
          </a:lstStyle>
          <a:p xmlns:a="http://schemas.openxmlformats.org/drawingml/2006/main">
            <a:pPr>
              <a:defRPr sz="1800" b="0">
                <a:solidFill>
                  <a:srgbClr val="626E63"/>
                </a:solidFill>
              </a:defRPr>
            </a:pPr>
            <a:r>
              <a:rPr sz="1800" b="0">
                <a:solidFill>
                  <a:srgbClr val="626E63"/>
                </a:solidFill>
              </a:rPr>
              <a:t>Approve or dispute the measured receipt</a:t>
            </a:r>
          </a:p>
        </p:txBody>
      </p:sp>
      <p:pic>
        <p:nvPicPr>
          <p:cNvPr id="16" name="">
            <a:extLst xmlns:a="http://schemas.openxmlformats.org/drawingml/2006/main">
              <a:ext uri="{FF2B5EF4-FFF2-40B4-BE49-F238E27FC236}">
                <a16:creationId xmlns:a16="http://schemas.microsoft.com/office/drawing/2014/main" id="{0A751260-0103-4179-B214-FBBE5AF54C7A}"/>
              </a:ext>
            </a:extLst>
          </p:cNvPr>
          <p:cNvPicPr>
            <a:picLocks xmlns:a="http://schemas.openxmlformats.org/drawingml/2006/main" noChangeAspect="1"/>
          </p:cNvPicPr>
          <p:nvPr/>
        </p:nvPicPr>
        <p:blipFill>
          <a:blip xmlns:r="http://schemas.openxmlformats.org/officeDocument/2006/relationships" xmlns:a="http://schemas.openxmlformats.org/drawingml/2006/main" r:embed="R3578119ae4794f29"/>
          <a:stretch xmlns:a="http://schemas.openxmlformats.org/drawingml/2006/main"/>
        </p:blipFill>
        <p:spPr>
          <a:xfrm xmlns:a="http://schemas.openxmlformats.org/drawingml/2006/main">
            <a:off x="6422305" y="1905000"/>
            <a:ext cx="5043340" cy="4076700"/>
          </a:xfrm>
          <a:prstGeom xmlns:a="http://schemas.openxmlformats.org/drawingml/2006/main" prst="rect">
            <a:avLst/>
          </a:prstGeom>
        </p:spPr>
      </p:pic>
    </p:spTree>
    <p:extLst>
      <p:ext uri="{BB962C8B-B14F-4D97-AF65-F5344CB8AC3E}">
        <p14:creationId xmlns:p14="http://schemas.microsoft.com/office/powerpoint/2010/main" val="631567613"/>
      </p:ext>
    </p:extLst>
  </p:cSld>
</p:sld>
</file>

<file path=ppt/slides/slide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25CA745D-93D6-49AA-B4CF-0BBC0CDA9B78}"/>
              </a:ext>
            </a:extLst>
          </p:cNvPr>
          <p:cNvSpPr>
            <a:spLocks xmlns:a="http://schemas.openxmlformats.org/drawingml/2006/main" noGrp="1"/>
          </p:cNvSpPr>
          <p:nvPr/>
        </p:nvSpPr>
        <p:spPr>
          <a:xfrm xmlns:a="http://schemas.openxmlformats.org/drawingml/2006/main">
            <a:off x="647700" y="55245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193F30"/>
                </a:solidFill>
              </a:defRPr>
            </a:defPPr>
            <a:lvl1pPr>
              <a:defRPr sz="3600" b="1">
                <a:solidFill>
                  <a:srgbClr val="193F30"/>
                </a:solidFill>
              </a:defRPr>
            </a:lvl1pPr>
            <a:lvl2pPr>
              <a:defRPr sz="3600" b="1">
                <a:solidFill>
                  <a:srgbClr val="193F30"/>
                </a:solidFill>
              </a:defRPr>
            </a:lvl2pPr>
            <a:lvl3pPr>
              <a:defRPr sz="3600" b="1">
                <a:solidFill>
                  <a:srgbClr val="193F30"/>
                </a:solidFill>
              </a:defRPr>
            </a:lvl3pPr>
            <a:lvl4pPr>
              <a:defRPr sz="3600" b="1">
                <a:solidFill>
                  <a:srgbClr val="193F30"/>
                </a:solidFill>
              </a:defRPr>
            </a:lvl4pPr>
            <a:lvl5pPr>
              <a:defRPr sz="3600" b="1">
                <a:solidFill>
                  <a:srgbClr val="193F30"/>
                </a:solidFill>
              </a:defRPr>
            </a:lvl5pPr>
            <a:lvl6pPr>
              <a:defRPr sz="3600" b="1">
                <a:solidFill>
                  <a:srgbClr val="193F30"/>
                </a:solidFill>
              </a:defRPr>
            </a:lvl6pPr>
            <a:lvl7pPr>
              <a:defRPr sz="3600" b="1">
                <a:solidFill>
                  <a:srgbClr val="193F30"/>
                </a:solidFill>
              </a:defRPr>
            </a:lvl7pPr>
            <a:lvl8pPr>
              <a:defRPr sz="3600" b="1">
                <a:solidFill>
                  <a:srgbClr val="193F30"/>
                </a:solidFill>
              </a:defRPr>
            </a:lvl8pPr>
            <a:lvl9pPr>
              <a:defRPr sz="3600" b="1">
                <a:solidFill>
                  <a:srgbClr val="193F30"/>
                </a:solidFill>
              </a:defRPr>
            </a:lvl9pPr>
          </a:lstStyle>
          <a:p xmlns:a="http://schemas.openxmlformats.org/drawingml/2006/main">
            <a:pPr>
              <a:defRPr sz="3600" b="1">
                <a:solidFill>
                  <a:srgbClr val="193F30"/>
                </a:solidFill>
              </a:defRPr>
            </a:pPr>
            <a:r>
              <a:rPr sz="3600" b="1">
                <a:solidFill>
                  <a:srgbClr val="193F30"/>
                </a:solidFill>
              </a:rPr>
              <a:t>People verify what the camera cannot</a:t>
            </a:r>
          </a:p>
        </p:txBody>
      </p:sp>
      <p:sp>
        <p:nvSpPr>
          <p:cNvPr id="2" name="brand">
            <a:extLst xmlns:a="http://schemas.openxmlformats.org/drawingml/2006/main">
              <a:ext uri="{FF2B5EF4-FFF2-40B4-BE49-F238E27FC236}">
                <a16:creationId xmlns:a16="http://schemas.microsoft.com/office/drawing/2014/main" id="{11E7234C-8201-47CA-8A58-7FCE91F83F0B}"/>
              </a:ext>
            </a:extLst>
          </p:cNvPr>
          <p:cNvSpPr>
            <a:spLocks xmlns:a="http://schemas.openxmlformats.org/drawingml/2006/main" noGrp="1"/>
          </p:cNvSpPr>
          <p:nvPr/>
        </p:nvSpPr>
        <p:spPr>
          <a:xfrm xmlns:a="http://schemas.openxmlformats.org/drawingml/2006/main">
            <a:off x="647700" y="636270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6E63"/>
                </a:solidFill>
              </a:defRPr>
            </a:defPPr>
            <a:lvl1pPr>
              <a:defRPr sz="1350" b="0">
                <a:solidFill>
                  <a:srgbClr val="626E63"/>
                </a:solidFill>
              </a:defRPr>
            </a:lvl1pPr>
            <a:lvl2pPr>
              <a:defRPr sz="1350" b="0">
                <a:solidFill>
                  <a:srgbClr val="626E63"/>
                </a:solidFill>
              </a:defRPr>
            </a:lvl2pPr>
            <a:lvl3pPr>
              <a:defRPr sz="1350" b="0">
                <a:solidFill>
                  <a:srgbClr val="626E63"/>
                </a:solidFill>
              </a:defRPr>
            </a:lvl3pPr>
            <a:lvl4pPr>
              <a:defRPr sz="1350" b="0">
                <a:solidFill>
                  <a:srgbClr val="626E63"/>
                </a:solidFill>
              </a:defRPr>
            </a:lvl4pPr>
            <a:lvl5pPr>
              <a:defRPr sz="1350" b="0">
                <a:solidFill>
                  <a:srgbClr val="626E63"/>
                </a:solidFill>
              </a:defRPr>
            </a:lvl5pPr>
            <a:lvl6pPr>
              <a:defRPr sz="1350" b="0">
                <a:solidFill>
                  <a:srgbClr val="626E63"/>
                </a:solidFill>
              </a:defRPr>
            </a:lvl6pPr>
            <a:lvl7pPr>
              <a:defRPr sz="1350" b="0">
                <a:solidFill>
                  <a:srgbClr val="626E63"/>
                </a:solidFill>
              </a:defRPr>
            </a:lvl7pPr>
            <a:lvl8pPr>
              <a:defRPr sz="1350" b="0">
                <a:solidFill>
                  <a:srgbClr val="626E63"/>
                </a:solidFill>
              </a:defRPr>
            </a:lvl8pPr>
            <a:lvl9pPr>
              <a:defRPr sz="1350" b="0">
                <a:solidFill>
                  <a:srgbClr val="626E63"/>
                </a:solidFill>
              </a:defRPr>
            </a:lvl9pPr>
          </a:lstStyle>
          <a:p xmlns:a="http://schemas.openxmlformats.org/drawingml/2006/main">
            <a:pPr>
              <a:defRPr sz="1350" b="0">
                <a:solidFill>
                  <a:srgbClr val="626E63"/>
                </a:solidFill>
              </a:defRPr>
            </a:pPr>
            <a:r>
              <a:rPr sz="1350" b="0">
                <a:solidFill>
                  <a:srgbClr val="626E63"/>
                </a:solidFill>
              </a:rPr>
              <a:t>Waste Right</a:t>
            </a:r>
          </a:p>
        </p:txBody>
      </p:sp>
      <p:sp>
        <p:nvSpPr>
          <p:cNvPr id="3" name="page-number">
            <a:extLst xmlns:a="http://schemas.openxmlformats.org/drawingml/2006/main">
              <a:ext uri="{FF2B5EF4-FFF2-40B4-BE49-F238E27FC236}">
                <a16:creationId xmlns:a16="http://schemas.microsoft.com/office/drawing/2014/main" id="{76BD61B0-C537-4F8F-939E-2EA1E633D09A}"/>
              </a:ext>
            </a:extLst>
          </p:cNvPr>
          <p:cNvSpPr>
            <a:spLocks xmlns:a="http://schemas.openxmlformats.org/drawingml/2006/main" noGrp="1"/>
          </p:cNvSpPr>
          <p:nvPr/>
        </p:nvSpPr>
        <p:spPr>
          <a:xfrm xmlns:a="http://schemas.openxmlformats.org/drawingml/2006/main">
            <a:off x="11049000" y="63627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6E63"/>
                </a:solidFill>
              </a:defRPr>
            </a:defPPr>
            <a:lvl1pPr>
              <a:defRPr sz="1350" b="0">
                <a:solidFill>
                  <a:srgbClr val="626E63"/>
                </a:solidFill>
              </a:defRPr>
            </a:lvl1pPr>
            <a:lvl2pPr>
              <a:defRPr sz="1350" b="0">
                <a:solidFill>
                  <a:srgbClr val="626E63"/>
                </a:solidFill>
              </a:defRPr>
            </a:lvl2pPr>
            <a:lvl3pPr>
              <a:defRPr sz="1350" b="0">
                <a:solidFill>
                  <a:srgbClr val="626E63"/>
                </a:solidFill>
              </a:defRPr>
            </a:lvl3pPr>
            <a:lvl4pPr>
              <a:defRPr sz="1350" b="0">
                <a:solidFill>
                  <a:srgbClr val="626E63"/>
                </a:solidFill>
              </a:defRPr>
            </a:lvl4pPr>
            <a:lvl5pPr>
              <a:defRPr sz="1350" b="0">
                <a:solidFill>
                  <a:srgbClr val="626E63"/>
                </a:solidFill>
              </a:defRPr>
            </a:lvl5pPr>
            <a:lvl6pPr>
              <a:defRPr sz="1350" b="0">
                <a:solidFill>
                  <a:srgbClr val="626E63"/>
                </a:solidFill>
              </a:defRPr>
            </a:lvl6pPr>
            <a:lvl7pPr>
              <a:defRPr sz="1350" b="0">
                <a:solidFill>
                  <a:srgbClr val="626E63"/>
                </a:solidFill>
              </a:defRPr>
            </a:lvl7pPr>
            <a:lvl8pPr>
              <a:defRPr sz="1350" b="0">
                <a:solidFill>
                  <a:srgbClr val="626E63"/>
                </a:solidFill>
              </a:defRPr>
            </a:lvl8pPr>
            <a:lvl9pPr>
              <a:defRPr sz="1350" b="0">
                <a:solidFill>
                  <a:srgbClr val="626E63"/>
                </a:solidFill>
              </a:defRPr>
            </a:lvl9pPr>
          </a:lstStyle>
          <a:p xmlns:a="http://schemas.openxmlformats.org/drawingml/2006/main">
            <a:pPr>
              <a:defRPr sz="1350" b="0">
                <a:solidFill>
                  <a:srgbClr val="626E63"/>
                </a:solidFill>
              </a:defRPr>
            </a:pPr>
            <a:r>
              <a:rPr sz="1350" b="0">
                <a:solidFill>
                  <a:srgbClr val="626E63"/>
                </a:solidFill>
              </a:rPr>
              <a:t>04</a:t>
            </a:r>
          </a:p>
        </p:txBody>
      </p:sp>
      <p:sp>
        <p:nvSpPr>
          <p:cNvPr id="4" name="ai-heading">
            <a:extLst xmlns:a="http://schemas.openxmlformats.org/drawingml/2006/main">
              <a:ext uri="{FF2B5EF4-FFF2-40B4-BE49-F238E27FC236}">
                <a16:creationId xmlns:a16="http://schemas.microsoft.com/office/drawing/2014/main" id="{B83E9040-6673-4F3C-BDDB-00E5B80B416B}"/>
              </a:ext>
            </a:extLst>
          </p:cNvPr>
          <p:cNvSpPr>
            <a:spLocks xmlns:a="http://schemas.openxmlformats.org/drawingml/2006/main" noGrp="1"/>
          </p:cNvSpPr>
          <p:nvPr/>
        </p:nvSpPr>
        <p:spPr>
          <a:xfrm xmlns:a="http://schemas.openxmlformats.org/drawingml/2006/main">
            <a:off x="666750" y="19812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6C68A8"/>
                </a:solidFill>
              </a:defRPr>
            </a:defPPr>
            <a:lvl1pPr>
              <a:defRPr sz="2700" b="1">
                <a:solidFill>
                  <a:srgbClr val="6C68A8"/>
                </a:solidFill>
              </a:defRPr>
            </a:lvl1pPr>
            <a:lvl2pPr>
              <a:defRPr sz="2700" b="1">
                <a:solidFill>
                  <a:srgbClr val="6C68A8"/>
                </a:solidFill>
              </a:defRPr>
            </a:lvl2pPr>
            <a:lvl3pPr>
              <a:defRPr sz="2700" b="1">
                <a:solidFill>
                  <a:srgbClr val="6C68A8"/>
                </a:solidFill>
              </a:defRPr>
            </a:lvl3pPr>
            <a:lvl4pPr>
              <a:defRPr sz="2700" b="1">
                <a:solidFill>
                  <a:srgbClr val="6C68A8"/>
                </a:solidFill>
              </a:defRPr>
            </a:lvl4pPr>
            <a:lvl5pPr>
              <a:defRPr sz="2700" b="1">
                <a:solidFill>
                  <a:srgbClr val="6C68A8"/>
                </a:solidFill>
              </a:defRPr>
            </a:lvl5pPr>
            <a:lvl6pPr>
              <a:defRPr sz="2700" b="1">
                <a:solidFill>
                  <a:srgbClr val="6C68A8"/>
                </a:solidFill>
              </a:defRPr>
            </a:lvl6pPr>
            <a:lvl7pPr>
              <a:defRPr sz="2700" b="1">
                <a:solidFill>
                  <a:srgbClr val="6C68A8"/>
                </a:solidFill>
              </a:defRPr>
            </a:lvl7pPr>
            <a:lvl8pPr>
              <a:defRPr sz="2700" b="1">
                <a:solidFill>
                  <a:srgbClr val="6C68A8"/>
                </a:solidFill>
              </a:defRPr>
            </a:lvl8pPr>
            <a:lvl9pPr>
              <a:defRPr sz="2700" b="1">
                <a:solidFill>
                  <a:srgbClr val="6C68A8"/>
                </a:solidFill>
              </a:defRPr>
            </a:lvl9pPr>
          </a:lstStyle>
          <a:p xmlns:a="http://schemas.openxmlformats.org/drawingml/2006/main">
            <a:pPr>
              <a:defRPr sz="2700" b="1">
                <a:solidFill>
                  <a:srgbClr val="6C68A8"/>
                </a:solidFill>
              </a:defRPr>
            </a:pPr>
            <a:r>
              <a:rPr sz="2700" b="1">
                <a:solidFill>
                  <a:srgbClr val="6C68A8"/>
                </a:solidFill>
              </a:rPr>
              <a:t>AI suggests. Residents confirm.</a:t>
            </a:r>
          </a:p>
        </p:txBody>
      </p:sp>
      <p:sp>
        <p:nvSpPr>
          <p:cNvPr id="5" name="ai-detail">
            <a:extLst xmlns:a="http://schemas.openxmlformats.org/drawingml/2006/main">
              <a:ext uri="{FF2B5EF4-FFF2-40B4-BE49-F238E27FC236}">
                <a16:creationId xmlns:a16="http://schemas.microsoft.com/office/drawing/2014/main" id="{277D606C-5C78-4092-BBD1-4A56B77F1B74}"/>
              </a:ext>
            </a:extLst>
          </p:cNvPr>
          <p:cNvSpPr>
            <a:spLocks xmlns:a="http://schemas.openxmlformats.org/drawingml/2006/main" noGrp="1"/>
          </p:cNvSpPr>
          <p:nvPr/>
        </p:nvSpPr>
        <p:spPr>
          <a:xfrm xmlns:a="http://schemas.openxmlformats.org/drawingml/2006/main">
            <a:off x="666750" y="26289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626E63"/>
                </a:solidFill>
              </a:defRPr>
            </a:defPPr>
            <a:lvl1pPr>
              <a:defRPr sz="2100" b="0">
                <a:solidFill>
                  <a:srgbClr val="626E63"/>
                </a:solidFill>
              </a:defRPr>
            </a:lvl1pPr>
            <a:lvl2pPr>
              <a:defRPr sz="2100" b="0">
                <a:solidFill>
                  <a:srgbClr val="626E63"/>
                </a:solidFill>
              </a:defRPr>
            </a:lvl2pPr>
            <a:lvl3pPr>
              <a:defRPr sz="2100" b="0">
                <a:solidFill>
                  <a:srgbClr val="626E63"/>
                </a:solidFill>
              </a:defRPr>
            </a:lvl3pPr>
            <a:lvl4pPr>
              <a:defRPr sz="2100" b="0">
                <a:solidFill>
                  <a:srgbClr val="626E63"/>
                </a:solidFill>
              </a:defRPr>
            </a:lvl4pPr>
            <a:lvl5pPr>
              <a:defRPr sz="2100" b="0">
                <a:solidFill>
                  <a:srgbClr val="626E63"/>
                </a:solidFill>
              </a:defRPr>
            </a:lvl5pPr>
            <a:lvl6pPr>
              <a:defRPr sz="2100" b="0">
                <a:solidFill>
                  <a:srgbClr val="626E63"/>
                </a:solidFill>
              </a:defRPr>
            </a:lvl6pPr>
            <a:lvl7pPr>
              <a:defRPr sz="2100" b="0">
                <a:solidFill>
                  <a:srgbClr val="626E63"/>
                </a:solidFill>
              </a:defRPr>
            </a:lvl7pPr>
            <a:lvl8pPr>
              <a:defRPr sz="2100" b="0">
                <a:solidFill>
                  <a:srgbClr val="626E63"/>
                </a:solidFill>
              </a:defRPr>
            </a:lvl8pPr>
            <a:lvl9pPr>
              <a:defRPr sz="2100" b="0">
                <a:solidFill>
                  <a:srgbClr val="626E63"/>
                </a:solidFill>
              </a:defRPr>
            </a:lvl9pPr>
          </a:lstStyle>
          <a:p xmlns:a="http://schemas.openxmlformats.org/drawingml/2006/main">
            <a:pPr>
              <a:defRPr sz="2100" b="0">
                <a:solidFill>
                  <a:srgbClr val="626E63"/>
                </a:solidFill>
              </a:defRPr>
            </a:pPr>
            <a:r>
              <a:rPr sz="2100" b="0">
                <a:solidFill>
                  <a:srgbClr val="626E63"/>
                </a:solidFill>
              </a:rPr>
              <a:t>Material and condition stay editable. Uncertain or specialist</a:t>
            </a:r>
          </a:p>
          <a:p xmlns:a="http://schemas.openxmlformats.org/drawingml/2006/main">
            <a:pPr>
              <a:defRPr sz="2100" b="0">
                <a:solidFill>
                  <a:srgbClr val="626E63"/>
                </a:solidFill>
              </a:defRPr>
            </a:pPr>
            <a:r>
              <a:rPr sz="2100" b="0">
                <a:solidFill>
                  <a:srgbClr val="626E63"/>
                </a:solidFill>
              </a:rPr>
              <a:t>waste cannot enter ordinary instant booking.</a:t>
            </a:r>
          </a:p>
        </p:txBody>
      </p:sp>
      <p:sp>
        <p:nvSpPr>
          <p:cNvPr id="6" name="helper-heading">
            <a:extLst xmlns:a="http://schemas.openxmlformats.org/drawingml/2006/main">
              <a:ext uri="{FF2B5EF4-FFF2-40B4-BE49-F238E27FC236}">
                <a16:creationId xmlns:a16="http://schemas.microsoft.com/office/drawing/2014/main" id="{893121E5-CAB0-4B43-ABDF-E5BE3F7AD50E}"/>
              </a:ext>
            </a:extLst>
          </p:cNvPr>
          <p:cNvSpPr>
            <a:spLocks xmlns:a="http://schemas.openxmlformats.org/drawingml/2006/main" noGrp="1"/>
          </p:cNvSpPr>
          <p:nvPr/>
        </p:nvSpPr>
        <p:spPr>
          <a:xfrm xmlns:a="http://schemas.openxmlformats.org/drawingml/2006/main">
            <a:off x="666750" y="396240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93F30"/>
                </a:solidFill>
              </a:defRPr>
            </a:defPPr>
            <a:lvl1pPr>
              <a:defRPr sz="2550" b="1">
                <a:solidFill>
                  <a:srgbClr val="193F30"/>
                </a:solidFill>
              </a:defRPr>
            </a:lvl1pPr>
            <a:lvl2pPr>
              <a:defRPr sz="2550" b="1">
                <a:solidFill>
                  <a:srgbClr val="193F30"/>
                </a:solidFill>
              </a:defRPr>
            </a:lvl2pPr>
            <a:lvl3pPr>
              <a:defRPr sz="2550" b="1">
                <a:solidFill>
                  <a:srgbClr val="193F30"/>
                </a:solidFill>
              </a:defRPr>
            </a:lvl3pPr>
            <a:lvl4pPr>
              <a:defRPr sz="2550" b="1">
                <a:solidFill>
                  <a:srgbClr val="193F30"/>
                </a:solidFill>
              </a:defRPr>
            </a:lvl4pPr>
            <a:lvl5pPr>
              <a:defRPr sz="2550" b="1">
                <a:solidFill>
                  <a:srgbClr val="193F30"/>
                </a:solidFill>
              </a:defRPr>
            </a:lvl5pPr>
            <a:lvl6pPr>
              <a:defRPr sz="2550" b="1">
                <a:solidFill>
                  <a:srgbClr val="193F30"/>
                </a:solidFill>
              </a:defRPr>
            </a:lvl6pPr>
            <a:lvl7pPr>
              <a:defRPr sz="2550" b="1">
                <a:solidFill>
                  <a:srgbClr val="193F30"/>
                </a:solidFill>
              </a:defRPr>
            </a:lvl7pPr>
            <a:lvl8pPr>
              <a:defRPr sz="2550" b="1">
                <a:solidFill>
                  <a:srgbClr val="193F30"/>
                </a:solidFill>
              </a:defRPr>
            </a:lvl8pPr>
            <a:lvl9pPr>
              <a:defRPr sz="2550" b="1">
                <a:solidFill>
                  <a:srgbClr val="193F30"/>
                </a:solidFill>
              </a:defRPr>
            </a:lvl9pPr>
          </a:lstStyle>
          <a:p xmlns:a="http://schemas.openxmlformats.org/drawingml/2006/main">
            <a:pPr>
              <a:defRPr sz="2550" b="1">
                <a:solidFill>
                  <a:srgbClr val="193F30"/>
                </a:solidFill>
              </a:defRPr>
            </a:pPr>
            <a:r>
              <a:rPr sz="2550" b="1">
                <a:solidFill>
                  <a:srgbClr val="193F30"/>
                </a:solidFill>
              </a:rPr>
              <a:t>Helpers measure. Operations resolves exceptions.</a:t>
            </a:r>
          </a:p>
        </p:txBody>
      </p:sp>
      <p:sp>
        <p:nvSpPr>
          <p:cNvPr id="7" name="helper-detail">
            <a:extLst xmlns:a="http://schemas.openxmlformats.org/drawingml/2006/main">
              <a:ext uri="{FF2B5EF4-FFF2-40B4-BE49-F238E27FC236}">
                <a16:creationId xmlns:a16="http://schemas.microsoft.com/office/drawing/2014/main" id="{D96FBE8F-BC4E-4B0B-903C-68065484F85E}"/>
              </a:ext>
            </a:extLst>
          </p:cNvPr>
          <p:cNvSpPr>
            <a:spLocks xmlns:a="http://schemas.openxmlformats.org/drawingml/2006/main" noGrp="1"/>
          </p:cNvSpPr>
          <p:nvPr/>
        </p:nvSpPr>
        <p:spPr>
          <a:xfrm xmlns:a="http://schemas.openxmlformats.org/drawingml/2006/main">
            <a:off x="666750" y="4657725"/>
            <a:ext cx="10668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626E63"/>
                </a:solidFill>
              </a:defRPr>
            </a:defPPr>
            <a:lvl1pPr>
              <a:defRPr sz="2100" b="0">
                <a:solidFill>
                  <a:srgbClr val="626E63"/>
                </a:solidFill>
              </a:defRPr>
            </a:lvl1pPr>
            <a:lvl2pPr>
              <a:defRPr sz="2100" b="0">
                <a:solidFill>
                  <a:srgbClr val="626E63"/>
                </a:solidFill>
              </a:defRPr>
            </a:lvl2pPr>
            <a:lvl3pPr>
              <a:defRPr sz="2100" b="0">
                <a:solidFill>
                  <a:srgbClr val="626E63"/>
                </a:solidFill>
              </a:defRPr>
            </a:lvl3pPr>
            <a:lvl4pPr>
              <a:defRPr sz="2100" b="0">
                <a:solidFill>
                  <a:srgbClr val="626E63"/>
                </a:solidFill>
              </a:defRPr>
            </a:lvl4pPr>
            <a:lvl5pPr>
              <a:defRPr sz="2100" b="0">
                <a:solidFill>
                  <a:srgbClr val="626E63"/>
                </a:solidFill>
              </a:defRPr>
            </a:lvl5pPr>
            <a:lvl6pPr>
              <a:defRPr sz="2100" b="0">
                <a:solidFill>
                  <a:srgbClr val="626E63"/>
                </a:solidFill>
              </a:defRPr>
            </a:lvl6pPr>
            <a:lvl7pPr>
              <a:defRPr sz="2100" b="0">
                <a:solidFill>
                  <a:srgbClr val="626E63"/>
                </a:solidFill>
              </a:defRPr>
            </a:lvl7pPr>
            <a:lvl8pPr>
              <a:defRPr sz="2100" b="0">
                <a:solidFill>
                  <a:srgbClr val="626E63"/>
                </a:solidFill>
              </a:defRPr>
            </a:lvl8pPr>
            <a:lvl9pPr>
              <a:defRPr sz="2100" b="0">
                <a:solidFill>
                  <a:srgbClr val="626E63"/>
                </a:solidFill>
              </a:defRPr>
            </a:lvl9pPr>
          </a:lstStyle>
          <a:p xmlns:a="http://schemas.openxmlformats.org/drawingml/2006/main">
            <a:pPr>
              <a:defRPr sz="2100" b="0">
                <a:solidFill>
                  <a:srgbClr val="626E63"/>
                </a:solidFill>
              </a:defRPr>
            </a:pPr>
            <a:r>
              <a:rPr sz="2100" b="0">
                <a:solidFill>
                  <a:srgbClr val="626E63"/>
                </a:solidFill>
              </a:rPr>
              <a:t>Approved helpers record gross and container weight.</a:t>
            </a:r>
          </a:p>
          <a:p xmlns:a="http://schemas.openxmlformats.org/drawingml/2006/main">
            <a:pPr>
              <a:defRPr sz="2100" b="0">
                <a:solidFill>
                  <a:srgbClr val="626E63"/>
                </a:solidFill>
              </a:defRPr>
            </a:pPr>
            <a:r>
              <a:rPr sz="2100" b="0">
                <a:solidFill>
                  <a:srgbClr val="626E63"/>
                </a:solidFill>
              </a:rPr>
              <a:t>Residents review the receipt. Operations handles disputes</a:t>
            </a:r>
          </a:p>
          <a:p xmlns:a="http://schemas.openxmlformats.org/drawingml/2006/main">
            <a:pPr>
              <a:defRPr sz="2100" b="0">
                <a:solidFill>
                  <a:srgbClr val="626E63"/>
                </a:solidFill>
              </a:defRPr>
            </a:pPr>
            <a:r>
              <a:rPr sz="2100" b="0">
                <a:solidFill>
                  <a:srgbClr val="626E63"/>
                </a:solidFill>
              </a:rPr>
              <a:t>and records downstream acceptance and settlements.</a:t>
            </a:r>
          </a:p>
        </p:txBody>
      </p:sp>
    </p:spTree>
    <p:extLst>
      <p:ext uri="{BB962C8B-B14F-4D97-AF65-F5344CB8AC3E}">
        <p14:creationId xmlns:p14="http://schemas.microsoft.com/office/powerpoint/2010/main" val="300740480"/>
      </p:ext>
    </p:extLst>
  </p:cSld>
</p:sld>
</file>

<file path=ppt/slides/slide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67DB78F1-A2E3-4D3F-8E70-8A8C8EA92C68}"/>
              </a:ext>
            </a:extLst>
          </p:cNvPr>
          <p:cNvSpPr>
            <a:spLocks xmlns:a="http://schemas.openxmlformats.org/drawingml/2006/main" noGrp="1"/>
          </p:cNvSpPr>
          <p:nvPr/>
        </p:nvSpPr>
        <p:spPr>
          <a:xfrm xmlns:a="http://schemas.openxmlformats.org/drawingml/2006/main">
            <a:off x="647700" y="55245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193F30"/>
                </a:solidFill>
              </a:defRPr>
            </a:defPPr>
            <a:lvl1pPr>
              <a:defRPr sz="3600" b="1">
                <a:solidFill>
                  <a:srgbClr val="193F30"/>
                </a:solidFill>
              </a:defRPr>
            </a:lvl1pPr>
            <a:lvl2pPr>
              <a:defRPr sz="3600" b="1">
                <a:solidFill>
                  <a:srgbClr val="193F30"/>
                </a:solidFill>
              </a:defRPr>
            </a:lvl2pPr>
            <a:lvl3pPr>
              <a:defRPr sz="3600" b="1">
                <a:solidFill>
                  <a:srgbClr val="193F30"/>
                </a:solidFill>
              </a:defRPr>
            </a:lvl3pPr>
            <a:lvl4pPr>
              <a:defRPr sz="3600" b="1">
                <a:solidFill>
                  <a:srgbClr val="193F30"/>
                </a:solidFill>
              </a:defRPr>
            </a:lvl4pPr>
            <a:lvl5pPr>
              <a:defRPr sz="3600" b="1">
                <a:solidFill>
                  <a:srgbClr val="193F30"/>
                </a:solidFill>
              </a:defRPr>
            </a:lvl5pPr>
            <a:lvl6pPr>
              <a:defRPr sz="3600" b="1">
                <a:solidFill>
                  <a:srgbClr val="193F30"/>
                </a:solidFill>
              </a:defRPr>
            </a:lvl6pPr>
            <a:lvl7pPr>
              <a:defRPr sz="3600" b="1">
                <a:solidFill>
                  <a:srgbClr val="193F30"/>
                </a:solidFill>
              </a:defRPr>
            </a:lvl7pPr>
            <a:lvl8pPr>
              <a:defRPr sz="3600" b="1">
                <a:solidFill>
                  <a:srgbClr val="193F30"/>
                </a:solidFill>
              </a:defRPr>
            </a:lvl8pPr>
            <a:lvl9pPr>
              <a:defRPr sz="3600" b="1">
                <a:solidFill>
                  <a:srgbClr val="193F30"/>
                </a:solidFill>
              </a:defRPr>
            </a:lvl9pPr>
          </a:lstStyle>
          <a:p xmlns:a="http://schemas.openxmlformats.org/drawingml/2006/main">
            <a:pPr>
              <a:defRPr sz="3600" b="1">
                <a:solidFill>
                  <a:srgbClr val="193F30"/>
                </a:solidFill>
              </a:defRPr>
            </a:pPr>
            <a:r>
              <a:rPr sz="3600" b="1">
                <a:solidFill>
                  <a:srgbClr val="193F30"/>
                </a:solidFill>
              </a:rPr>
              <a:t>Pilot pricing</a:t>
            </a:r>
          </a:p>
        </p:txBody>
      </p:sp>
      <p:sp>
        <p:nvSpPr>
          <p:cNvPr id="2" name="brand">
            <a:extLst xmlns:a="http://schemas.openxmlformats.org/drawingml/2006/main">
              <a:ext uri="{FF2B5EF4-FFF2-40B4-BE49-F238E27FC236}">
                <a16:creationId xmlns:a16="http://schemas.microsoft.com/office/drawing/2014/main" id="{4C2315F0-27E8-45C6-B6F9-6DF0C5FF88D3}"/>
              </a:ext>
            </a:extLst>
          </p:cNvPr>
          <p:cNvSpPr>
            <a:spLocks xmlns:a="http://schemas.openxmlformats.org/drawingml/2006/main" noGrp="1"/>
          </p:cNvSpPr>
          <p:nvPr/>
        </p:nvSpPr>
        <p:spPr>
          <a:xfrm xmlns:a="http://schemas.openxmlformats.org/drawingml/2006/main">
            <a:off x="647700" y="636270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6E63"/>
                </a:solidFill>
              </a:defRPr>
            </a:defPPr>
            <a:lvl1pPr>
              <a:defRPr sz="1350" b="0">
                <a:solidFill>
                  <a:srgbClr val="626E63"/>
                </a:solidFill>
              </a:defRPr>
            </a:lvl1pPr>
            <a:lvl2pPr>
              <a:defRPr sz="1350" b="0">
                <a:solidFill>
                  <a:srgbClr val="626E63"/>
                </a:solidFill>
              </a:defRPr>
            </a:lvl2pPr>
            <a:lvl3pPr>
              <a:defRPr sz="1350" b="0">
                <a:solidFill>
                  <a:srgbClr val="626E63"/>
                </a:solidFill>
              </a:defRPr>
            </a:lvl3pPr>
            <a:lvl4pPr>
              <a:defRPr sz="1350" b="0">
                <a:solidFill>
                  <a:srgbClr val="626E63"/>
                </a:solidFill>
              </a:defRPr>
            </a:lvl4pPr>
            <a:lvl5pPr>
              <a:defRPr sz="1350" b="0">
                <a:solidFill>
                  <a:srgbClr val="626E63"/>
                </a:solidFill>
              </a:defRPr>
            </a:lvl5pPr>
            <a:lvl6pPr>
              <a:defRPr sz="1350" b="0">
                <a:solidFill>
                  <a:srgbClr val="626E63"/>
                </a:solidFill>
              </a:defRPr>
            </a:lvl6pPr>
            <a:lvl7pPr>
              <a:defRPr sz="1350" b="0">
                <a:solidFill>
                  <a:srgbClr val="626E63"/>
                </a:solidFill>
              </a:defRPr>
            </a:lvl7pPr>
            <a:lvl8pPr>
              <a:defRPr sz="1350" b="0">
                <a:solidFill>
                  <a:srgbClr val="626E63"/>
                </a:solidFill>
              </a:defRPr>
            </a:lvl8pPr>
            <a:lvl9pPr>
              <a:defRPr sz="1350" b="0">
                <a:solidFill>
                  <a:srgbClr val="626E63"/>
                </a:solidFill>
              </a:defRPr>
            </a:lvl9pPr>
          </a:lstStyle>
          <a:p xmlns:a="http://schemas.openxmlformats.org/drawingml/2006/main">
            <a:pPr>
              <a:defRPr sz="1350" b="0">
                <a:solidFill>
                  <a:srgbClr val="626E63"/>
                </a:solidFill>
              </a:defRPr>
            </a:pPr>
            <a:r>
              <a:rPr sz="1350" b="0">
                <a:solidFill>
                  <a:srgbClr val="626E63"/>
                </a:solidFill>
              </a:rPr>
              <a:t>Waste Right</a:t>
            </a:r>
          </a:p>
        </p:txBody>
      </p:sp>
      <p:sp>
        <p:nvSpPr>
          <p:cNvPr id="3" name="page-number">
            <a:extLst xmlns:a="http://schemas.openxmlformats.org/drawingml/2006/main">
              <a:ext uri="{FF2B5EF4-FFF2-40B4-BE49-F238E27FC236}">
                <a16:creationId xmlns:a16="http://schemas.microsoft.com/office/drawing/2014/main" id="{6BCB49BF-3BDE-40F4-B062-D7E12190D582}"/>
              </a:ext>
            </a:extLst>
          </p:cNvPr>
          <p:cNvSpPr>
            <a:spLocks xmlns:a="http://schemas.openxmlformats.org/drawingml/2006/main" noGrp="1"/>
          </p:cNvSpPr>
          <p:nvPr/>
        </p:nvSpPr>
        <p:spPr>
          <a:xfrm xmlns:a="http://schemas.openxmlformats.org/drawingml/2006/main">
            <a:off x="11049000" y="63627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6E63"/>
                </a:solidFill>
              </a:defRPr>
            </a:defPPr>
            <a:lvl1pPr>
              <a:defRPr sz="1350" b="0">
                <a:solidFill>
                  <a:srgbClr val="626E63"/>
                </a:solidFill>
              </a:defRPr>
            </a:lvl1pPr>
            <a:lvl2pPr>
              <a:defRPr sz="1350" b="0">
                <a:solidFill>
                  <a:srgbClr val="626E63"/>
                </a:solidFill>
              </a:defRPr>
            </a:lvl2pPr>
            <a:lvl3pPr>
              <a:defRPr sz="1350" b="0">
                <a:solidFill>
                  <a:srgbClr val="626E63"/>
                </a:solidFill>
              </a:defRPr>
            </a:lvl3pPr>
            <a:lvl4pPr>
              <a:defRPr sz="1350" b="0">
                <a:solidFill>
                  <a:srgbClr val="626E63"/>
                </a:solidFill>
              </a:defRPr>
            </a:lvl4pPr>
            <a:lvl5pPr>
              <a:defRPr sz="1350" b="0">
                <a:solidFill>
                  <a:srgbClr val="626E63"/>
                </a:solidFill>
              </a:defRPr>
            </a:lvl5pPr>
            <a:lvl6pPr>
              <a:defRPr sz="1350" b="0">
                <a:solidFill>
                  <a:srgbClr val="626E63"/>
                </a:solidFill>
              </a:defRPr>
            </a:lvl6pPr>
            <a:lvl7pPr>
              <a:defRPr sz="1350" b="0">
                <a:solidFill>
                  <a:srgbClr val="626E63"/>
                </a:solidFill>
              </a:defRPr>
            </a:lvl7pPr>
            <a:lvl8pPr>
              <a:defRPr sz="1350" b="0">
                <a:solidFill>
                  <a:srgbClr val="626E63"/>
                </a:solidFill>
              </a:defRPr>
            </a:lvl8pPr>
            <a:lvl9pPr>
              <a:defRPr sz="1350" b="0">
                <a:solidFill>
                  <a:srgbClr val="626E63"/>
                </a:solidFill>
              </a:defRPr>
            </a:lvl9pPr>
          </a:lstStyle>
          <a:p xmlns:a="http://schemas.openxmlformats.org/drawingml/2006/main">
            <a:pPr>
              <a:defRPr sz="1350" b="0">
                <a:solidFill>
                  <a:srgbClr val="626E63"/>
                </a:solidFill>
              </a:defRPr>
            </a:pPr>
            <a:r>
              <a:rPr sz="1350" b="0">
                <a:solidFill>
                  <a:srgbClr val="626E63"/>
                </a:solidFill>
              </a:rPr>
              <a:t>05</a:t>
            </a:r>
          </a:p>
        </p:txBody>
      </p:sp>
      <p:graphicFrame>
        <p:nvGraphicFramePr>
          <p:cNvPr id="4" name="">
            <a:extLst xmlns:a="http://schemas.openxmlformats.org/drawingml/2006/main">
              <a:ext uri="{FF2B5EF4-FFF2-40B4-BE49-F238E27FC236}">
                <a16:creationId xmlns:a16="http://schemas.microsoft.com/office/drawing/2014/main" id="{BE8BDD86-34FC-47B4-8FBD-6B8E27F2822D}"/>
              </a:ext>
            </a:extLst>
          </p:cNvPr>
          <p:cNvGraphicFramePr/>
          <p:nvPr/>
        </p:nvGraphicFramePr>
        <p:xfrm>
          <a:off xmlns:a="http://schemas.openxmlformats.org/drawingml/2006/main" x="647700" y="1952625"/>
          <a:ext xmlns:a="http://schemas.openxmlformats.org/drawingml/2006/main" cx="10896600" cy="3333750"/>
        </p:xfrm>
        <a:graphic xmlns:a="http://schemas.openxmlformats.org/drawingml/2006/main">
          <a:graphicData uri="http://schemas.openxmlformats.org/drawingml/2006/table">
            <a:tbl>
              <a:tblPr/>
              <a:tblGrid>
                <a:gridCol w="3409950"/>
                <a:gridCol w="2495550"/>
                <a:gridCol w="2495550"/>
                <a:gridCol w="2495550"/>
              </a:tblGrid>
              <a:tr h="552450">
                <a:tc>
                  <a:txBody>
                    <a:bodyPr lIns="114300" tIns="114300" rIns="114300" bIns="114300"/>
                    <a:lstStyle/>
                    <a:p>
                      <a:r>
                        <a:rPr sz="2025" b="1">
                          <a:solidFill>
                            <a:srgbClr val="F7F8F3"/>
                          </a:solidFill>
                        </a:rPr>
                        <a:t/>
                      </a:r>
                    </a:p>
                  </a:txBody>
                  <a:tcPr marL="91440" marR="91440" marT="45720" marB="45720">
                    <a:lnL w="0">
                      <a:solidFill>
                        <a:srgbClr val="F7F8F3"/>
                      </a:solidFill>
                    </a:lnL>
                    <a:lnR w="0">
                      <a:solidFill>
                        <a:srgbClr val="F7F8F3"/>
                      </a:solidFill>
                    </a:lnR>
                    <a:lnT w="0">
                      <a:solidFill>
                        <a:srgbClr val="F7F8F3"/>
                      </a:solidFill>
                    </a:lnT>
                    <a:lnB w="0">
                      <a:solidFill>
                        <a:srgbClr val="F7F8F3"/>
                      </a:solidFill>
                    </a:lnB>
                    <a:solidFill>
                      <a:srgbClr val="193F30"/>
                    </a:solidFill>
                  </a:tcPr>
                </a:tc>
                <a:tc>
                  <a:txBody>
                    <a:bodyPr lIns="114300" tIns="114300" rIns="114300" bIns="114300"/>
                    <a:lstStyle/>
                    <a:p>
                      <a:r>
                        <a:rPr sz="2025" b="1">
                          <a:solidFill>
                            <a:srgbClr val="F7F8F3"/>
                          </a:solidFill>
                        </a:rPr>
                        <a:t>Basic</a:t>
                      </a:r>
                    </a:p>
                  </a:txBody>
                  <a:tcPr marL="91440" marR="91440" marT="45720" marB="45720">
                    <a:lnR w="0">
                      <a:solidFill>
                        <a:srgbClr val="F7F8F3"/>
                      </a:solidFill>
                    </a:lnR>
                    <a:lnT w="0">
                      <a:solidFill>
                        <a:srgbClr val="F7F8F3"/>
                      </a:solidFill>
                    </a:lnT>
                    <a:lnB w="0">
                      <a:solidFill>
                        <a:srgbClr val="F7F8F3"/>
                      </a:solidFill>
                    </a:lnB>
                    <a:solidFill>
                      <a:srgbClr val="193F30"/>
                    </a:solidFill>
                  </a:tcPr>
                </a:tc>
                <a:tc>
                  <a:txBody>
                    <a:bodyPr lIns="114300" tIns="114300" rIns="114300" bIns="114300"/>
                    <a:lstStyle/>
                    <a:p>
                      <a:r>
                        <a:rPr sz="2025" b="1">
                          <a:solidFill>
                            <a:srgbClr val="F7F8F3"/>
                          </a:solidFill>
                        </a:rPr>
                        <a:t>Gold</a:t>
                      </a:r>
                    </a:p>
                  </a:txBody>
                  <a:tcPr marL="91440" marR="91440" marT="45720" marB="45720">
                    <a:lnR w="0">
                      <a:solidFill>
                        <a:srgbClr val="F7F8F3"/>
                      </a:solidFill>
                    </a:lnR>
                    <a:lnT w="0">
                      <a:solidFill>
                        <a:srgbClr val="F7F8F3"/>
                      </a:solidFill>
                    </a:lnT>
                    <a:lnB w="0">
                      <a:solidFill>
                        <a:srgbClr val="F7F8F3"/>
                      </a:solidFill>
                    </a:lnB>
                    <a:solidFill>
                      <a:srgbClr val="193F30"/>
                    </a:solidFill>
                  </a:tcPr>
                </a:tc>
                <a:tc>
                  <a:txBody>
                    <a:bodyPr lIns="114300" tIns="114300" rIns="114300" bIns="114300"/>
                    <a:lstStyle/>
                    <a:p>
                      <a:r>
                        <a:rPr sz="2025" b="1">
                          <a:solidFill>
                            <a:srgbClr val="F7F8F3"/>
                          </a:solidFill>
                        </a:rPr>
                        <a:t>Platinum</a:t>
                      </a:r>
                    </a:p>
                  </a:txBody>
                  <a:tcPr marL="91440" marR="91440" marT="45720" marB="45720">
                    <a:lnR w="0">
                      <a:solidFill>
                        <a:srgbClr val="F7F8F3"/>
                      </a:solidFill>
                    </a:lnR>
                    <a:lnT w="0">
                      <a:solidFill>
                        <a:srgbClr val="F7F8F3"/>
                      </a:solidFill>
                    </a:lnT>
                    <a:lnB w="0">
                      <a:solidFill>
                        <a:srgbClr val="F7F8F3"/>
                      </a:solidFill>
                    </a:lnB>
                    <a:solidFill>
                      <a:srgbClr val="193F30"/>
                    </a:solidFill>
                  </a:tcPr>
                </a:tc>
              </a:tr>
              <a:tr h="552450">
                <a:tc>
                  <a:txBody>
                    <a:bodyPr lIns="114300" tIns="114300" rIns="114300" bIns="114300"/>
                    <a:lstStyle/>
                    <a:p>
                      <a:r>
                        <a:rPr sz="1800" b="1">
                          <a:solidFill>
                            <a:srgbClr val="193F30"/>
                          </a:solidFill>
                        </a:rPr>
                        <a:t>Price</a:t>
                      </a:r>
                    </a:p>
                  </a:txBody>
                  <a:tcPr marL="91440" marR="91440" marT="45720" marB="45720">
                    <a:lnL w="0">
                      <a:solidFill>
                        <a:srgbClr val="F7F8F3"/>
                      </a:solidFill>
                    </a:lnL>
                    <a:lnR w="0">
                      <a:solidFill>
                        <a:srgbClr val="F7F8F3"/>
                      </a:solidFill>
                    </a:lnR>
                    <a:lnB w="0">
                      <a:solidFill>
                        <a:srgbClr val="F7F8F3"/>
                      </a:solidFill>
                    </a:lnB>
                    <a:solidFill>
                      <a:srgbClr val="F7F8F3"/>
                    </a:solidFill>
                  </a:tcPr>
                </a:tc>
                <a:tc>
                  <a:txBody>
                    <a:bodyPr lIns="114300" tIns="114300" rIns="114300" bIns="114300"/>
                    <a:lstStyle/>
                    <a:p>
                      <a:r>
                        <a:rPr sz="1800" b="0">
                          <a:solidFill>
                            <a:srgbClr val="193F30"/>
                          </a:solidFill>
                        </a:rPr>
                        <a:t>₹15 / pickup</a:t>
                      </a:r>
                    </a:p>
                  </a:txBody>
                  <a:tcPr marL="91440" marR="91440" marT="45720" marB="45720">
                    <a:lnR w="0">
                      <a:solidFill>
                        <a:srgbClr val="F7F8F3"/>
                      </a:solidFill>
                    </a:lnR>
                    <a:lnB w="0">
                      <a:solidFill>
                        <a:srgbClr val="F7F8F3"/>
                      </a:solidFill>
                    </a:lnB>
                    <a:solidFill>
                      <a:srgbClr val="F7F8F3"/>
                    </a:solidFill>
                  </a:tcPr>
                </a:tc>
                <a:tc>
                  <a:txBody>
                    <a:bodyPr lIns="114300" tIns="114300" rIns="114300" bIns="114300"/>
                    <a:lstStyle/>
                    <a:p>
                      <a:r>
                        <a:rPr sz="1800" b="0">
                          <a:solidFill>
                            <a:srgbClr val="193F30"/>
                          </a:solidFill>
                        </a:rPr>
                        <a:t>₹599 / month</a:t>
                      </a:r>
                    </a:p>
                  </a:txBody>
                  <a:tcPr marL="91440" marR="91440" marT="45720" marB="45720">
                    <a:lnR w="0">
                      <a:solidFill>
                        <a:srgbClr val="F7F8F3"/>
                      </a:solidFill>
                    </a:lnR>
                    <a:lnB w="0">
                      <a:solidFill>
                        <a:srgbClr val="F7F8F3"/>
                      </a:solidFill>
                    </a:lnB>
                    <a:solidFill>
                      <a:srgbClr val="F7F8F3"/>
                    </a:solidFill>
                  </a:tcPr>
                </a:tc>
                <a:tc>
                  <a:txBody>
                    <a:bodyPr lIns="114300" tIns="114300" rIns="114300" bIns="114300"/>
                    <a:lstStyle/>
                    <a:p>
                      <a:r>
                        <a:rPr sz="1800" b="0">
                          <a:solidFill>
                            <a:srgbClr val="193F30"/>
                          </a:solidFill>
                        </a:rPr>
                        <a:t>₹699 / month</a:t>
                      </a:r>
                    </a:p>
                  </a:txBody>
                  <a:tcPr marL="91440" marR="91440" marT="45720" marB="45720">
                    <a:lnR w="0">
                      <a:solidFill>
                        <a:srgbClr val="F7F8F3"/>
                      </a:solidFill>
                    </a:lnR>
                    <a:lnB w="0">
                      <a:solidFill>
                        <a:srgbClr val="F7F8F3"/>
                      </a:solidFill>
                    </a:lnB>
                    <a:solidFill>
                      <a:srgbClr val="F7F8F3"/>
                    </a:solidFill>
                  </a:tcPr>
                </a:tc>
              </a:tr>
              <a:tr h="552450">
                <a:tc>
                  <a:txBody>
                    <a:bodyPr lIns="114300" tIns="114300" rIns="114300" bIns="114300"/>
                    <a:lstStyle/>
                    <a:p>
                      <a:r>
                        <a:rPr sz="1800" b="1">
                          <a:solidFill>
                            <a:srgbClr val="193F30"/>
                          </a:solidFill>
                        </a:rPr>
                        <a:t>Included pickups</a:t>
                      </a:r>
                    </a:p>
                  </a:txBody>
                  <a:tcPr marL="91440" marR="91440" marT="45720" marB="45720">
                    <a:lnL w="0">
                      <a:solidFill>
                        <a:srgbClr val="F7F8F3"/>
                      </a:solidFill>
                    </a:lnL>
                    <a:lnR w="0">
                      <a:solidFill>
                        <a:srgbClr val="F7F8F3"/>
                      </a:solidFill>
                    </a:lnR>
                    <a:lnB w="0">
                      <a:solidFill>
                        <a:srgbClr val="F7F8F3"/>
                      </a:solidFill>
                    </a:lnB>
                    <a:solidFill>
                      <a:srgbClr val="EDF0E7"/>
                    </a:solidFill>
                  </a:tcPr>
                </a:tc>
                <a:tc>
                  <a:txBody>
                    <a:bodyPr lIns="114300" tIns="114300" rIns="114300" bIns="114300"/>
                    <a:lstStyle/>
                    <a:p>
                      <a:r>
                        <a:rPr sz="1800" b="0">
                          <a:solidFill>
                            <a:srgbClr val="193F30"/>
                          </a:solidFill>
                        </a:rPr>
                        <a:t>1</a:t>
                      </a:r>
                    </a:p>
                  </a:txBody>
                  <a:tcPr marL="91440" marR="91440" marT="45720" marB="45720">
                    <a:lnR w="0">
                      <a:solidFill>
                        <a:srgbClr val="F7F8F3"/>
                      </a:solidFill>
                    </a:lnR>
                    <a:lnB w="0">
                      <a:solidFill>
                        <a:srgbClr val="F7F8F3"/>
                      </a:solidFill>
                    </a:lnB>
                    <a:solidFill>
                      <a:srgbClr val="EDF0E7"/>
                    </a:solidFill>
                  </a:tcPr>
                </a:tc>
                <a:tc>
                  <a:txBody>
                    <a:bodyPr lIns="114300" tIns="114300" rIns="114300" bIns="114300"/>
                    <a:lstStyle/>
                    <a:p>
                      <a:r>
                        <a:rPr sz="1800" b="0">
                          <a:solidFill>
                            <a:srgbClr val="193F30"/>
                          </a:solidFill>
                        </a:rPr>
                        <a:t>14</a:t>
                      </a:r>
                    </a:p>
                  </a:txBody>
                  <a:tcPr marL="91440" marR="91440" marT="45720" marB="45720">
                    <a:lnR w="0">
                      <a:solidFill>
                        <a:srgbClr val="F7F8F3"/>
                      </a:solidFill>
                    </a:lnR>
                    <a:lnB w="0">
                      <a:solidFill>
                        <a:srgbClr val="F7F8F3"/>
                      </a:solidFill>
                    </a:lnB>
                    <a:solidFill>
                      <a:srgbClr val="EDF0E7"/>
                    </a:solidFill>
                  </a:tcPr>
                </a:tc>
                <a:tc>
                  <a:txBody>
                    <a:bodyPr lIns="114300" tIns="114300" rIns="114300" bIns="114300"/>
                    <a:lstStyle/>
                    <a:p>
                      <a:r>
                        <a:rPr sz="1800" b="0">
                          <a:solidFill>
                            <a:srgbClr val="193F30"/>
                          </a:solidFill>
                        </a:rPr>
                        <a:t>24</a:t>
                      </a:r>
                    </a:p>
                  </a:txBody>
                  <a:tcPr marL="91440" marR="91440" marT="45720" marB="45720">
                    <a:lnR w="0">
                      <a:solidFill>
                        <a:srgbClr val="F7F8F3"/>
                      </a:solidFill>
                    </a:lnR>
                    <a:lnB w="0">
                      <a:solidFill>
                        <a:srgbClr val="F7F8F3"/>
                      </a:solidFill>
                    </a:lnB>
                    <a:solidFill>
                      <a:srgbClr val="EDF0E7"/>
                    </a:solidFill>
                  </a:tcPr>
                </a:tc>
              </a:tr>
              <a:tr h="552450">
                <a:tc>
                  <a:txBody>
                    <a:bodyPr lIns="114300" tIns="114300" rIns="114300" bIns="114300"/>
                    <a:lstStyle/>
                    <a:p>
                      <a:r>
                        <a:rPr sz="1800" b="1">
                          <a:solidFill>
                            <a:srgbClr val="193F30"/>
                          </a:solidFill>
                        </a:rPr>
                        <a:t>Limit per pickup</a:t>
                      </a:r>
                    </a:p>
                  </a:txBody>
                  <a:tcPr marL="91440" marR="91440" marT="45720" marB="45720">
                    <a:lnL w="0">
                      <a:solidFill>
                        <a:srgbClr val="F7F8F3"/>
                      </a:solidFill>
                    </a:lnL>
                    <a:lnR w="0">
                      <a:solidFill>
                        <a:srgbClr val="F7F8F3"/>
                      </a:solidFill>
                    </a:lnR>
                    <a:lnB w="0">
                      <a:solidFill>
                        <a:srgbClr val="F7F8F3"/>
                      </a:solidFill>
                    </a:lnB>
                    <a:solidFill>
                      <a:srgbClr val="F7F8F3"/>
                    </a:solidFill>
                  </a:tcPr>
                </a:tc>
                <a:tc>
                  <a:txBody>
                    <a:bodyPr lIns="114300" tIns="114300" rIns="114300" bIns="114300"/>
                    <a:lstStyle/>
                    <a:p>
                      <a:r>
                        <a:rPr sz="1800" b="0">
                          <a:solidFill>
                            <a:srgbClr val="193F30"/>
                          </a:solidFill>
                        </a:rPr>
                        <a:t>2 kg</a:t>
                      </a:r>
                    </a:p>
                  </a:txBody>
                  <a:tcPr marL="91440" marR="91440" marT="45720" marB="45720">
                    <a:lnR w="0">
                      <a:solidFill>
                        <a:srgbClr val="F7F8F3"/>
                      </a:solidFill>
                    </a:lnR>
                    <a:lnB w="0">
                      <a:solidFill>
                        <a:srgbClr val="F7F8F3"/>
                      </a:solidFill>
                    </a:lnB>
                    <a:solidFill>
                      <a:srgbClr val="F7F8F3"/>
                    </a:solidFill>
                  </a:tcPr>
                </a:tc>
                <a:tc>
                  <a:txBody>
                    <a:bodyPr lIns="114300" tIns="114300" rIns="114300" bIns="114300"/>
                    <a:lstStyle/>
                    <a:p>
                      <a:r>
                        <a:rPr sz="1800" b="0">
                          <a:solidFill>
                            <a:srgbClr val="193F30"/>
                          </a:solidFill>
                        </a:rPr>
                        <a:t>8 kg</a:t>
                      </a:r>
                    </a:p>
                  </a:txBody>
                  <a:tcPr marL="91440" marR="91440" marT="45720" marB="45720">
                    <a:lnR w="0">
                      <a:solidFill>
                        <a:srgbClr val="F7F8F3"/>
                      </a:solidFill>
                    </a:lnR>
                    <a:lnB w="0">
                      <a:solidFill>
                        <a:srgbClr val="F7F8F3"/>
                      </a:solidFill>
                    </a:lnB>
                    <a:solidFill>
                      <a:srgbClr val="F7F8F3"/>
                    </a:solidFill>
                  </a:tcPr>
                </a:tc>
                <a:tc>
                  <a:txBody>
                    <a:bodyPr lIns="114300" tIns="114300" rIns="114300" bIns="114300"/>
                    <a:lstStyle/>
                    <a:p>
                      <a:r>
                        <a:rPr sz="1800" b="0">
                          <a:solidFill>
                            <a:srgbClr val="193F30"/>
                          </a:solidFill>
                        </a:rPr>
                        <a:t>10 kg</a:t>
                      </a:r>
                    </a:p>
                  </a:txBody>
                  <a:tcPr marL="91440" marR="91440" marT="45720" marB="45720">
                    <a:lnR w="0">
                      <a:solidFill>
                        <a:srgbClr val="F7F8F3"/>
                      </a:solidFill>
                    </a:lnR>
                    <a:lnB w="0">
                      <a:solidFill>
                        <a:srgbClr val="F7F8F3"/>
                      </a:solidFill>
                    </a:lnB>
                    <a:solidFill>
                      <a:srgbClr val="F7F8F3"/>
                    </a:solidFill>
                  </a:tcPr>
                </a:tc>
              </a:tr>
              <a:tr h="552450">
                <a:tc>
                  <a:txBody>
                    <a:bodyPr lIns="114300" tIns="114300" rIns="114300" bIns="114300"/>
                    <a:lstStyle/>
                    <a:p>
                      <a:r>
                        <a:rPr sz="1800" b="1">
                          <a:solidFill>
                            <a:srgbClr val="193F30"/>
                          </a:solidFill>
                        </a:rPr>
                        <a:t>Monthly allowance</a:t>
                      </a:r>
                    </a:p>
                  </a:txBody>
                  <a:tcPr marL="91440" marR="91440" marT="45720" marB="45720">
                    <a:lnL w="0">
                      <a:solidFill>
                        <a:srgbClr val="F7F8F3"/>
                      </a:solidFill>
                    </a:lnL>
                    <a:lnR w="0">
                      <a:solidFill>
                        <a:srgbClr val="F7F8F3"/>
                      </a:solidFill>
                    </a:lnR>
                    <a:lnB w="0">
                      <a:solidFill>
                        <a:srgbClr val="F7F8F3"/>
                      </a:solidFill>
                    </a:lnB>
                    <a:solidFill>
                      <a:srgbClr val="EDF0E7"/>
                    </a:solidFill>
                  </a:tcPr>
                </a:tc>
                <a:tc>
                  <a:txBody>
                    <a:bodyPr lIns="114300" tIns="114300" rIns="114300" bIns="114300"/>
                    <a:lstStyle/>
                    <a:p>
                      <a:r>
                        <a:rPr sz="1800" b="0">
                          <a:solidFill>
                            <a:srgbClr val="193F30"/>
                          </a:solidFill>
                        </a:rPr>
                        <a:t>Pay per pickup</a:t>
                      </a:r>
                    </a:p>
                  </a:txBody>
                  <a:tcPr marL="91440" marR="91440" marT="45720" marB="45720">
                    <a:lnR w="0">
                      <a:solidFill>
                        <a:srgbClr val="F7F8F3"/>
                      </a:solidFill>
                    </a:lnR>
                    <a:lnB w="0">
                      <a:solidFill>
                        <a:srgbClr val="F7F8F3"/>
                      </a:solidFill>
                    </a:lnB>
                    <a:solidFill>
                      <a:srgbClr val="EDF0E7"/>
                    </a:solidFill>
                  </a:tcPr>
                </a:tc>
                <a:tc>
                  <a:txBody>
                    <a:bodyPr lIns="114300" tIns="114300" rIns="114300" bIns="114300"/>
                    <a:lstStyle/>
                    <a:p>
                      <a:r>
                        <a:rPr sz="1800" b="0">
                          <a:solidFill>
                            <a:srgbClr val="193F30"/>
                          </a:solidFill>
                        </a:rPr>
                        <a:t>112 kg</a:t>
                      </a:r>
                    </a:p>
                  </a:txBody>
                  <a:tcPr marL="91440" marR="91440" marT="45720" marB="45720">
                    <a:lnR w="0">
                      <a:solidFill>
                        <a:srgbClr val="F7F8F3"/>
                      </a:solidFill>
                    </a:lnR>
                    <a:lnB w="0">
                      <a:solidFill>
                        <a:srgbClr val="F7F8F3"/>
                      </a:solidFill>
                    </a:lnB>
                    <a:solidFill>
                      <a:srgbClr val="EDF0E7"/>
                    </a:solidFill>
                  </a:tcPr>
                </a:tc>
                <a:tc>
                  <a:txBody>
                    <a:bodyPr lIns="114300" tIns="114300" rIns="114300" bIns="114300"/>
                    <a:lstStyle/>
                    <a:p>
                      <a:r>
                        <a:rPr sz="1800" b="0">
                          <a:solidFill>
                            <a:srgbClr val="193F30"/>
                          </a:solidFill>
                        </a:rPr>
                        <a:t>240 kg</a:t>
                      </a:r>
                    </a:p>
                  </a:txBody>
                  <a:tcPr marL="91440" marR="91440" marT="45720" marB="45720">
                    <a:lnR w="0">
                      <a:solidFill>
                        <a:srgbClr val="F7F8F3"/>
                      </a:solidFill>
                    </a:lnR>
                    <a:lnB w="0">
                      <a:solidFill>
                        <a:srgbClr val="F7F8F3"/>
                      </a:solidFill>
                    </a:lnB>
                    <a:solidFill>
                      <a:srgbClr val="EDF0E7"/>
                    </a:solidFill>
                  </a:tcPr>
                </a:tc>
              </a:tr>
              <a:tr h="552450">
                <a:tc>
                  <a:txBody>
                    <a:bodyPr lIns="114300" tIns="114300" rIns="114300" bIns="114300"/>
                    <a:lstStyle/>
                    <a:p>
                      <a:r>
                        <a:rPr sz="1800" b="1">
                          <a:solidFill>
                            <a:srgbClr val="193F30"/>
                          </a:solidFill>
                        </a:rPr>
                        <a:t>Resident recovery share</a:t>
                      </a:r>
                    </a:p>
                  </a:txBody>
                  <a:tcPr marL="91440" marR="91440" marT="45720" marB="45720">
                    <a:lnL w="0">
                      <a:solidFill>
                        <a:srgbClr val="F7F8F3"/>
                      </a:solidFill>
                    </a:lnL>
                    <a:lnR w="0">
                      <a:solidFill>
                        <a:srgbClr val="F7F8F3"/>
                      </a:solidFill>
                    </a:lnR>
                    <a:lnB w="0">
                      <a:solidFill>
                        <a:srgbClr val="F7F8F3"/>
                      </a:solidFill>
                    </a:lnB>
                    <a:solidFill>
                      <a:srgbClr val="F7F8F3"/>
                    </a:solidFill>
                  </a:tcPr>
                </a:tc>
                <a:tc>
                  <a:txBody>
                    <a:bodyPr lIns="114300" tIns="114300" rIns="114300" bIns="114300"/>
                    <a:lstStyle/>
                    <a:p>
                      <a:r>
                        <a:rPr sz="1800" b="0">
                          <a:solidFill>
                            <a:srgbClr val="193F30"/>
                          </a:solidFill>
                        </a:rPr>
                        <a:t>None</a:t>
                      </a:r>
                    </a:p>
                  </a:txBody>
                  <a:tcPr marL="91440" marR="91440" marT="45720" marB="45720">
                    <a:lnR w="0">
                      <a:solidFill>
                        <a:srgbClr val="F7F8F3"/>
                      </a:solidFill>
                    </a:lnR>
                    <a:lnB w="0">
                      <a:solidFill>
                        <a:srgbClr val="F7F8F3"/>
                      </a:solidFill>
                    </a:lnB>
                    <a:solidFill>
                      <a:srgbClr val="F7F8F3"/>
                    </a:solidFill>
                  </a:tcPr>
                </a:tc>
                <a:tc>
                  <a:txBody>
                    <a:bodyPr lIns="114300" tIns="114300" rIns="114300" bIns="114300"/>
                    <a:lstStyle/>
                    <a:p>
                      <a:r>
                        <a:rPr sz="1800" b="0">
                          <a:solidFill>
                            <a:srgbClr val="193F30"/>
                          </a:solidFill>
                        </a:rPr>
                        <a:t>10%</a:t>
                      </a:r>
                    </a:p>
                  </a:txBody>
                  <a:tcPr marL="91440" marR="91440" marT="45720" marB="45720">
                    <a:lnR w="0">
                      <a:solidFill>
                        <a:srgbClr val="F7F8F3"/>
                      </a:solidFill>
                    </a:lnR>
                    <a:lnB w="0">
                      <a:solidFill>
                        <a:srgbClr val="F7F8F3"/>
                      </a:solidFill>
                    </a:lnB>
                    <a:solidFill>
                      <a:srgbClr val="F7F8F3"/>
                    </a:solidFill>
                  </a:tcPr>
                </a:tc>
                <a:tc>
                  <a:txBody>
                    <a:bodyPr lIns="114300" tIns="114300" rIns="114300" bIns="114300"/>
                    <a:lstStyle/>
                    <a:p>
                      <a:r>
                        <a:rPr sz="1800" b="0">
                          <a:solidFill>
                            <a:srgbClr val="193F30"/>
                          </a:solidFill>
                        </a:rPr>
                        <a:t>15%</a:t>
                      </a:r>
                    </a:p>
                  </a:txBody>
                  <a:tcPr marL="91440" marR="91440" marT="45720" marB="45720">
                    <a:lnR w="0">
                      <a:solidFill>
                        <a:srgbClr val="F7F8F3"/>
                      </a:solidFill>
                    </a:lnR>
                    <a:lnB w="0">
                      <a:solidFill>
                        <a:srgbClr val="F7F8F3"/>
                      </a:solidFill>
                    </a:lnB>
                    <a:solidFill>
                      <a:srgbClr val="F7F8F3"/>
                    </a:solidFill>
                  </a:tcPr>
                </a:tc>
              </a:tr>
            </a:tbl>
          </a:graphicData>
        </a:graphic>
      </p:graphicFrame>
      <p:sp>
        <p:nvSpPr>
          <p:cNvPr id="5" name="terms">
            <a:extLst xmlns:a="http://schemas.openxmlformats.org/drawingml/2006/main">
              <a:ext uri="{FF2B5EF4-FFF2-40B4-BE49-F238E27FC236}">
                <a16:creationId xmlns:a16="http://schemas.microsoft.com/office/drawing/2014/main" id="{4694EA32-944C-4E51-A067-0B4126E0A2D2}"/>
              </a:ext>
            </a:extLst>
          </p:cNvPr>
          <p:cNvSpPr>
            <a:spLocks xmlns:a="http://schemas.openxmlformats.org/drawingml/2006/main" noGrp="1"/>
          </p:cNvSpPr>
          <p:nvPr/>
        </p:nvSpPr>
        <p:spPr>
          <a:xfrm xmlns:a="http://schemas.openxmlformats.org/drawingml/2006/main">
            <a:off x="666750" y="550545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626E63"/>
                </a:solidFill>
              </a:defRPr>
            </a:defPPr>
            <a:lvl1pPr>
              <a:defRPr sz="1725" b="0">
                <a:solidFill>
                  <a:srgbClr val="626E63"/>
                </a:solidFill>
              </a:defRPr>
            </a:lvl1pPr>
            <a:lvl2pPr>
              <a:defRPr sz="1725" b="0">
                <a:solidFill>
                  <a:srgbClr val="626E63"/>
                </a:solidFill>
              </a:defRPr>
            </a:lvl2pPr>
            <a:lvl3pPr>
              <a:defRPr sz="1725" b="0">
                <a:solidFill>
                  <a:srgbClr val="626E63"/>
                </a:solidFill>
              </a:defRPr>
            </a:lvl3pPr>
            <a:lvl4pPr>
              <a:defRPr sz="1725" b="0">
                <a:solidFill>
                  <a:srgbClr val="626E63"/>
                </a:solidFill>
              </a:defRPr>
            </a:lvl4pPr>
            <a:lvl5pPr>
              <a:defRPr sz="1725" b="0">
                <a:solidFill>
                  <a:srgbClr val="626E63"/>
                </a:solidFill>
              </a:defRPr>
            </a:lvl5pPr>
            <a:lvl6pPr>
              <a:defRPr sz="1725" b="0">
                <a:solidFill>
                  <a:srgbClr val="626E63"/>
                </a:solidFill>
              </a:defRPr>
            </a:lvl6pPr>
            <a:lvl7pPr>
              <a:defRPr sz="1725" b="0">
                <a:solidFill>
                  <a:srgbClr val="626E63"/>
                </a:solidFill>
              </a:defRPr>
            </a:lvl7pPr>
            <a:lvl8pPr>
              <a:defRPr sz="1725" b="0">
                <a:solidFill>
                  <a:srgbClr val="626E63"/>
                </a:solidFill>
              </a:defRPr>
            </a:lvl8pPr>
            <a:lvl9pPr>
              <a:defRPr sz="1725" b="0">
                <a:solidFill>
                  <a:srgbClr val="626E63"/>
                </a:solidFill>
              </a:defRPr>
            </a:lvl9pPr>
          </a:lstStyle>
          <a:p xmlns:a="http://schemas.openxmlformats.org/drawingml/2006/main">
            <a:pPr>
              <a:defRPr sz="1725" b="0">
                <a:solidFill>
                  <a:srgbClr val="626E63"/>
                </a:solidFill>
              </a:defRPr>
            </a:pPr>
            <a:r>
              <a:rPr sz="1725" b="0">
                <a:solidFill>
                  <a:srgbClr val="626E63"/>
                </a:solidFill>
              </a:rPr>
              <a:t>Passes renew manually. Weight limits include metal.</a:t>
            </a:r>
          </a:p>
        </p:txBody>
      </p:sp>
      <p:sp>
        <p:nvSpPr>
          <p:cNvPr id="6" name="recovery-terms">
            <a:extLst xmlns:a="http://schemas.openxmlformats.org/drawingml/2006/main">
              <a:ext uri="{FF2B5EF4-FFF2-40B4-BE49-F238E27FC236}">
                <a16:creationId xmlns:a16="http://schemas.microsoft.com/office/drawing/2014/main" id="{CCC96CDC-2975-4B25-AE80-C83E5A7CB819}"/>
              </a:ext>
            </a:extLst>
          </p:cNvPr>
          <p:cNvSpPr>
            <a:spLocks xmlns:a="http://schemas.openxmlformats.org/drawingml/2006/main" noGrp="1"/>
          </p:cNvSpPr>
          <p:nvPr/>
        </p:nvSpPr>
        <p:spPr>
          <a:xfrm xmlns:a="http://schemas.openxmlformats.org/drawingml/2006/main">
            <a:off x="666750" y="587692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626E63"/>
                </a:solidFill>
              </a:defRPr>
            </a:defPPr>
            <a:lvl1pPr>
              <a:defRPr sz="1650" b="0">
                <a:solidFill>
                  <a:srgbClr val="626E63"/>
                </a:solidFill>
              </a:defRPr>
            </a:lvl1pPr>
            <a:lvl2pPr>
              <a:defRPr sz="1650" b="0">
                <a:solidFill>
                  <a:srgbClr val="626E63"/>
                </a:solidFill>
              </a:defRPr>
            </a:lvl2pPr>
            <a:lvl3pPr>
              <a:defRPr sz="1650" b="0">
                <a:solidFill>
                  <a:srgbClr val="626E63"/>
                </a:solidFill>
              </a:defRPr>
            </a:lvl3pPr>
            <a:lvl4pPr>
              <a:defRPr sz="1650" b="0">
                <a:solidFill>
                  <a:srgbClr val="626E63"/>
                </a:solidFill>
              </a:defRPr>
            </a:lvl4pPr>
            <a:lvl5pPr>
              <a:defRPr sz="1650" b="0">
                <a:solidFill>
                  <a:srgbClr val="626E63"/>
                </a:solidFill>
              </a:defRPr>
            </a:lvl5pPr>
            <a:lvl6pPr>
              <a:defRPr sz="1650" b="0">
                <a:solidFill>
                  <a:srgbClr val="626E63"/>
                </a:solidFill>
              </a:defRPr>
            </a:lvl6pPr>
            <a:lvl7pPr>
              <a:defRPr sz="1650" b="0">
                <a:solidFill>
                  <a:srgbClr val="626E63"/>
                </a:solidFill>
              </a:defRPr>
            </a:lvl7pPr>
            <a:lvl8pPr>
              <a:defRPr sz="1650" b="0">
                <a:solidFill>
                  <a:srgbClr val="626E63"/>
                </a:solidFill>
              </a:defRPr>
            </a:lvl8pPr>
            <a:lvl9pPr>
              <a:defRPr sz="1650" b="0">
                <a:solidFill>
                  <a:srgbClr val="626E63"/>
                </a:solidFill>
              </a:defRPr>
            </a:lvl9pPr>
          </a:lstStyle>
          <a:p xmlns:a="http://schemas.openxmlformats.org/drawingml/2006/main">
            <a:pPr>
              <a:defRPr sz="1650" b="0">
                <a:solidFill>
                  <a:srgbClr val="626E63"/>
                </a:solidFill>
              </a:defRPr>
            </a:pPr>
            <a:r>
              <a:rPr sz="1650" b="0">
                <a:solidFill>
                  <a:srgbClr val="626E63"/>
                </a:solidFill>
              </a:rPr>
              <a:t>Recovery shares apply only to positive net proceeds after direct costs.</a:t>
            </a:r>
          </a:p>
        </p:txBody>
      </p:sp>
    </p:spTree>
    <p:extLst>
      <p:ext uri="{BB962C8B-B14F-4D97-AF65-F5344CB8AC3E}">
        <p14:creationId xmlns:p14="http://schemas.microsoft.com/office/powerpoint/2010/main" val="899907075"/>
      </p:ext>
    </p:extLst>
  </p:cSld>
</p:sld>
</file>

<file path=ppt/slides/slide6.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0157AC5F-44CA-4F83-9FFA-3A00CC2657EF}"/>
              </a:ext>
            </a:extLst>
          </p:cNvPr>
          <p:cNvSpPr>
            <a:spLocks xmlns:a="http://schemas.openxmlformats.org/drawingml/2006/main" noGrp="1"/>
          </p:cNvSpPr>
          <p:nvPr/>
        </p:nvSpPr>
        <p:spPr>
          <a:xfrm xmlns:a="http://schemas.openxmlformats.org/drawingml/2006/main">
            <a:off x="647700" y="55245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193F30"/>
                </a:solidFill>
              </a:defRPr>
            </a:defPPr>
            <a:lvl1pPr>
              <a:defRPr sz="3600" b="1">
                <a:solidFill>
                  <a:srgbClr val="193F30"/>
                </a:solidFill>
              </a:defRPr>
            </a:lvl1pPr>
            <a:lvl2pPr>
              <a:defRPr sz="3600" b="1">
                <a:solidFill>
                  <a:srgbClr val="193F30"/>
                </a:solidFill>
              </a:defRPr>
            </a:lvl2pPr>
            <a:lvl3pPr>
              <a:defRPr sz="3600" b="1">
                <a:solidFill>
                  <a:srgbClr val="193F30"/>
                </a:solidFill>
              </a:defRPr>
            </a:lvl3pPr>
            <a:lvl4pPr>
              <a:defRPr sz="3600" b="1">
                <a:solidFill>
                  <a:srgbClr val="193F30"/>
                </a:solidFill>
              </a:defRPr>
            </a:lvl4pPr>
            <a:lvl5pPr>
              <a:defRPr sz="3600" b="1">
                <a:solidFill>
                  <a:srgbClr val="193F30"/>
                </a:solidFill>
              </a:defRPr>
            </a:lvl5pPr>
            <a:lvl6pPr>
              <a:defRPr sz="3600" b="1">
                <a:solidFill>
                  <a:srgbClr val="193F30"/>
                </a:solidFill>
              </a:defRPr>
            </a:lvl6pPr>
            <a:lvl7pPr>
              <a:defRPr sz="3600" b="1">
                <a:solidFill>
                  <a:srgbClr val="193F30"/>
                </a:solidFill>
              </a:defRPr>
            </a:lvl7pPr>
            <a:lvl8pPr>
              <a:defRPr sz="3600" b="1">
                <a:solidFill>
                  <a:srgbClr val="193F30"/>
                </a:solidFill>
              </a:defRPr>
            </a:lvl8pPr>
            <a:lvl9pPr>
              <a:defRPr sz="3600" b="1">
                <a:solidFill>
                  <a:srgbClr val="193F30"/>
                </a:solidFill>
              </a:defRPr>
            </a:lvl9pPr>
          </a:lstStyle>
          <a:p xmlns:a="http://schemas.openxmlformats.org/drawingml/2006/main">
            <a:pPr>
              <a:defRPr sz="3600" b="1">
                <a:solidFill>
                  <a:srgbClr val="193F30"/>
                </a:solidFill>
              </a:defRPr>
            </a:pPr>
            <a:r>
              <a:rPr sz="3600" b="1">
                <a:solidFill>
                  <a:srgbClr val="193F30"/>
                </a:solidFill>
              </a:rPr>
              <a:t>Clear fees. A reason to return.</a:t>
            </a:r>
          </a:p>
        </p:txBody>
      </p:sp>
      <p:sp>
        <p:nvSpPr>
          <p:cNvPr id="2" name="brand">
            <a:extLst xmlns:a="http://schemas.openxmlformats.org/drawingml/2006/main">
              <a:ext uri="{FF2B5EF4-FFF2-40B4-BE49-F238E27FC236}">
                <a16:creationId xmlns:a16="http://schemas.microsoft.com/office/drawing/2014/main" id="{151C3E84-988F-4BE7-8675-FB8D06DF6479}"/>
              </a:ext>
            </a:extLst>
          </p:cNvPr>
          <p:cNvSpPr>
            <a:spLocks xmlns:a="http://schemas.openxmlformats.org/drawingml/2006/main" noGrp="1"/>
          </p:cNvSpPr>
          <p:nvPr/>
        </p:nvSpPr>
        <p:spPr>
          <a:xfrm xmlns:a="http://schemas.openxmlformats.org/drawingml/2006/main">
            <a:off x="647700" y="636270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6E63"/>
                </a:solidFill>
              </a:defRPr>
            </a:defPPr>
            <a:lvl1pPr>
              <a:defRPr sz="1350" b="0">
                <a:solidFill>
                  <a:srgbClr val="626E63"/>
                </a:solidFill>
              </a:defRPr>
            </a:lvl1pPr>
            <a:lvl2pPr>
              <a:defRPr sz="1350" b="0">
                <a:solidFill>
                  <a:srgbClr val="626E63"/>
                </a:solidFill>
              </a:defRPr>
            </a:lvl2pPr>
            <a:lvl3pPr>
              <a:defRPr sz="1350" b="0">
                <a:solidFill>
                  <a:srgbClr val="626E63"/>
                </a:solidFill>
              </a:defRPr>
            </a:lvl3pPr>
            <a:lvl4pPr>
              <a:defRPr sz="1350" b="0">
                <a:solidFill>
                  <a:srgbClr val="626E63"/>
                </a:solidFill>
              </a:defRPr>
            </a:lvl4pPr>
            <a:lvl5pPr>
              <a:defRPr sz="1350" b="0">
                <a:solidFill>
                  <a:srgbClr val="626E63"/>
                </a:solidFill>
              </a:defRPr>
            </a:lvl5pPr>
            <a:lvl6pPr>
              <a:defRPr sz="1350" b="0">
                <a:solidFill>
                  <a:srgbClr val="626E63"/>
                </a:solidFill>
              </a:defRPr>
            </a:lvl6pPr>
            <a:lvl7pPr>
              <a:defRPr sz="1350" b="0">
                <a:solidFill>
                  <a:srgbClr val="626E63"/>
                </a:solidFill>
              </a:defRPr>
            </a:lvl7pPr>
            <a:lvl8pPr>
              <a:defRPr sz="1350" b="0">
                <a:solidFill>
                  <a:srgbClr val="626E63"/>
                </a:solidFill>
              </a:defRPr>
            </a:lvl8pPr>
            <a:lvl9pPr>
              <a:defRPr sz="1350" b="0">
                <a:solidFill>
                  <a:srgbClr val="626E63"/>
                </a:solidFill>
              </a:defRPr>
            </a:lvl9pPr>
          </a:lstStyle>
          <a:p xmlns:a="http://schemas.openxmlformats.org/drawingml/2006/main">
            <a:pPr>
              <a:defRPr sz="1350" b="0">
                <a:solidFill>
                  <a:srgbClr val="626E63"/>
                </a:solidFill>
              </a:defRPr>
            </a:pPr>
            <a:r>
              <a:rPr sz="1350" b="0">
                <a:solidFill>
                  <a:srgbClr val="626E63"/>
                </a:solidFill>
              </a:rPr>
              <a:t>Waste Right</a:t>
            </a:r>
          </a:p>
        </p:txBody>
      </p:sp>
      <p:sp>
        <p:nvSpPr>
          <p:cNvPr id="3" name="page-number">
            <a:extLst xmlns:a="http://schemas.openxmlformats.org/drawingml/2006/main">
              <a:ext uri="{FF2B5EF4-FFF2-40B4-BE49-F238E27FC236}">
                <a16:creationId xmlns:a16="http://schemas.microsoft.com/office/drawing/2014/main" id="{CDEF0AAF-04D1-441C-A376-CFB9EDF2849C}"/>
              </a:ext>
            </a:extLst>
          </p:cNvPr>
          <p:cNvSpPr>
            <a:spLocks xmlns:a="http://schemas.openxmlformats.org/drawingml/2006/main" noGrp="1"/>
          </p:cNvSpPr>
          <p:nvPr/>
        </p:nvSpPr>
        <p:spPr>
          <a:xfrm xmlns:a="http://schemas.openxmlformats.org/drawingml/2006/main">
            <a:off x="11049000" y="63627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6E63"/>
                </a:solidFill>
              </a:defRPr>
            </a:defPPr>
            <a:lvl1pPr>
              <a:defRPr sz="1350" b="0">
                <a:solidFill>
                  <a:srgbClr val="626E63"/>
                </a:solidFill>
              </a:defRPr>
            </a:lvl1pPr>
            <a:lvl2pPr>
              <a:defRPr sz="1350" b="0">
                <a:solidFill>
                  <a:srgbClr val="626E63"/>
                </a:solidFill>
              </a:defRPr>
            </a:lvl2pPr>
            <a:lvl3pPr>
              <a:defRPr sz="1350" b="0">
                <a:solidFill>
                  <a:srgbClr val="626E63"/>
                </a:solidFill>
              </a:defRPr>
            </a:lvl3pPr>
            <a:lvl4pPr>
              <a:defRPr sz="1350" b="0">
                <a:solidFill>
                  <a:srgbClr val="626E63"/>
                </a:solidFill>
              </a:defRPr>
            </a:lvl4pPr>
            <a:lvl5pPr>
              <a:defRPr sz="1350" b="0">
                <a:solidFill>
                  <a:srgbClr val="626E63"/>
                </a:solidFill>
              </a:defRPr>
            </a:lvl5pPr>
            <a:lvl6pPr>
              <a:defRPr sz="1350" b="0">
                <a:solidFill>
                  <a:srgbClr val="626E63"/>
                </a:solidFill>
              </a:defRPr>
            </a:lvl6pPr>
            <a:lvl7pPr>
              <a:defRPr sz="1350" b="0">
                <a:solidFill>
                  <a:srgbClr val="626E63"/>
                </a:solidFill>
              </a:defRPr>
            </a:lvl7pPr>
            <a:lvl8pPr>
              <a:defRPr sz="1350" b="0">
                <a:solidFill>
                  <a:srgbClr val="626E63"/>
                </a:solidFill>
              </a:defRPr>
            </a:lvl8pPr>
            <a:lvl9pPr>
              <a:defRPr sz="1350" b="0">
                <a:solidFill>
                  <a:srgbClr val="626E63"/>
                </a:solidFill>
              </a:defRPr>
            </a:lvl9pPr>
          </a:lstStyle>
          <a:p xmlns:a="http://schemas.openxmlformats.org/drawingml/2006/main">
            <a:pPr>
              <a:defRPr sz="1350" b="0">
                <a:solidFill>
                  <a:srgbClr val="626E63"/>
                </a:solidFill>
              </a:defRPr>
            </a:pPr>
            <a:r>
              <a:rPr sz="1350" b="0">
                <a:solidFill>
                  <a:srgbClr val="626E63"/>
                </a:solidFill>
              </a:rPr>
              <a:t>06</a:t>
            </a:r>
          </a:p>
        </p:txBody>
      </p:sp>
      <p:sp>
        <p:nvSpPr>
          <p:cNvPr id="4" name="fee-heading">
            <a:extLst xmlns:a="http://schemas.openxmlformats.org/drawingml/2006/main">
              <a:ext uri="{FF2B5EF4-FFF2-40B4-BE49-F238E27FC236}">
                <a16:creationId xmlns:a16="http://schemas.microsoft.com/office/drawing/2014/main" id="{B95762CB-F231-423F-A926-954EE2E0347B}"/>
              </a:ext>
            </a:extLst>
          </p:cNvPr>
          <p:cNvSpPr>
            <a:spLocks xmlns:a="http://schemas.openxmlformats.org/drawingml/2006/main" noGrp="1"/>
          </p:cNvSpPr>
          <p:nvPr/>
        </p:nvSpPr>
        <p:spPr>
          <a:xfrm xmlns:a="http://schemas.openxmlformats.org/drawingml/2006/main">
            <a:off x="666750" y="2009775"/>
            <a:ext cx="590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1">
                <a:solidFill>
                  <a:srgbClr val="193F30"/>
                </a:solidFill>
              </a:defRPr>
            </a:defPPr>
            <a:lvl1pPr>
              <a:defRPr sz="2625" b="1">
                <a:solidFill>
                  <a:srgbClr val="193F30"/>
                </a:solidFill>
              </a:defRPr>
            </a:lvl1pPr>
            <a:lvl2pPr>
              <a:defRPr sz="2625" b="1">
                <a:solidFill>
                  <a:srgbClr val="193F30"/>
                </a:solidFill>
              </a:defRPr>
            </a:lvl2pPr>
            <a:lvl3pPr>
              <a:defRPr sz="2625" b="1">
                <a:solidFill>
                  <a:srgbClr val="193F30"/>
                </a:solidFill>
              </a:defRPr>
            </a:lvl3pPr>
            <a:lvl4pPr>
              <a:defRPr sz="2625" b="1">
                <a:solidFill>
                  <a:srgbClr val="193F30"/>
                </a:solidFill>
              </a:defRPr>
            </a:lvl4pPr>
            <a:lvl5pPr>
              <a:defRPr sz="2625" b="1">
                <a:solidFill>
                  <a:srgbClr val="193F30"/>
                </a:solidFill>
              </a:defRPr>
            </a:lvl5pPr>
            <a:lvl6pPr>
              <a:defRPr sz="2625" b="1">
                <a:solidFill>
                  <a:srgbClr val="193F30"/>
                </a:solidFill>
              </a:defRPr>
            </a:lvl6pPr>
            <a:lvl7pPr>
              <a:defRPr sz="2625" b="1">
                <a:solidFill>
                  <a:srgbClr val="193F30"/>
                </a:solidFill>
              </a:defRPr>
            </a:lvl7pPr>
            <a:lvl8pPr>
              <a:defRPr sz="2625" b="1">
                <a:solidFill>
                  <a:srgbClr val="193F30"/>
                </a:solidFill>
              </a:defRPr>
            </a:lvl8pPr>
            <a:lvl9pPr>
              <a:defRPr sz="2625" b="1">
                <a:solidFill>
                  <a:srgbClr val="193F30"/>
                </a:solidFill>
              </a:defRPr>
            </a:lvl9pPr>
          </a:lstStyle>
          <a:p xmlns:a="http://schemas.openxmlformats.org/drawingml/2006/main">
            <a:pPr>
              <a:defRPr sz="2625" b="1">
                <a:solidFill>
                  <a:srgbClr val="193F30"/>
                </a:solidFill>
              </a:defRPr>
            </a:pPr>
            <a:r>
              <a:rPr sz="2625" b="1">
                <a:solidFill>
                  <a:srgbClr val="193F30"/>
                </a:solidFill>
              </a:rPr>
              <a:t>A Basic pickup example</a:t>
            </a:r>
          </a:p>
        </p:txBody>
      </p:sp>
      <p:sp>
        <p:nvSpPr>
          <p:cNvPr id="5" name="fee-calc">
            <a:extLst xmlns:a="http://schemas.openxmlformats.org/drawingml/2006/main">
              <a:ext uri="{FF2B5EF4-FFF2-40B4-BE49-F238E27FC236}">
                <a16:creationId xmlns:a16="http://schemas.microsoft.com/office/drawing/2014/main" id="{5C0D7731-6180-4CAD-9519-E31579B63B50}"/>
              </a:ext>
            </a:extLst>
          </p:cNvPr>
          <p:cNvSpPr>
            <a:spLocks xmlns:a="http://schemas.openxmlformats.org/drawingml/2006/main" noGrp="1"/>
          </p:cNvSpPr>
          <p:nvPr/>
        </p:nvSpPr>
        <p:spPr>
          <a:xfrm xmlns:a="http://schemas.openxmlformats.org/drawingml/2006/main">
            <a:off x="666750" y="2762250"/>
            <a:ext cx="647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200" b="1">
                <a:solidFill>
                  <a:srgbClr val="6C68A8"/>
                </a:solidFill>
              </a:defRPr>
            </a:defPPr>
            <a:lvl1pPr>
              <a:defRPr sz="4200" b="1">
                <a:solidFill>
                  <a:srgbClr val="6C68A8"/>
                </a:solidFill>
              </a:defRPr>
            </a:lvl1pPr>
            <a:lvl2pPr>
              <a:defRPr sz="4200" b="1">
                <a:solidFill>
                  <a:srgbClr val="6C68A8"/>
                </a:solidFill>
              </a:defRPr>
            </a:lvl2pPr>
            <a:lvl3pPr>
              <a:defRPr sz="4200" b="1">
                <a:solidFill>
                  <a:srgbClr val="6C68A8"/>
                </a:solidFill>
              </a:defRPr>
            </a:lvl3pPr>
            <a:lvl4pPr>
              <a:defRPr sz="4200" b="1">
                <a:solidFill>
                  <a:srgbClr val="6C68A8"/>
                </a:solidFill>
              </a:defRPr>
            </a:lvl4pPr>
            <a:lvl5pPr>
              <a:defRPr sz="4200" b="1">
                <a:solidFill>
                  <a:srgbClr val="6C68A8"/>
                </a:solidFill>
              </a:defRPr>
            </a:lvl5pPr>
            <a:lvl6pPr>
              <a:defRPr sz="4200" b="1">
                <a:solidFill>
                  <a:srgbClr val="6C68A8"/>
                </a:solidFill>
              </a:defRPr>
            </a:lvl6pPr>
            <a:lvl7pPr>
              <a:defRPr sz="4200" b="1">
                <a:solidFill>
                  <a:srgbClr val="6C68A8"/>
                </a:solidFill>
              </a:defRPr>
            </a:lvl7pPr>
            <a:lvl8pPr>
              <a:defRPr sz="4200" b="1">
                <a:solidFill>
                  <a:srgbClr val="6C68A8"/>
                </a:solidFill>
              </a:defRPr>
            </a:lvl8pPr>
            <a:lvl9pPr>
              <a:defRPr sz="4200" b="1">
                <a:solidFill>
                  <a:srgbClr val="6C68A8"/>
                </a:solidFill>
              </a:defRPr>
            </a:lvl9pPr>
          </a:lstStyle>
          <a:p xmlns:a="http://schemas.openxmlformats.org/drawingml/2006/main">
            <a:pPr>
              <a:defRPr sz="4200" b="1">
                <a:solidFill>
                  <a:srgbClr val="6C68A8"/>
                </a:solidFill>
              </a:defRPr>
            </a:pPr>
            <a:r>
              <a:rPr sz="4200" b="1">
                <a:solidFill>
                  <a:srgbClr val="6C68A8"/>
                </a:solidFill>
              </a:rPr>
              <a:t>₹15 + ₹10 = ₹25</a:t>
            </a:r>
          </a:p>
        </p:txBody>
      </p:sp>
      <p:sp>
        <p:nvSpPr>
          <p:cNvPr id="6" name="fee-explain">
            <a:extLst xmlns:a="http://schemas.openxmlformats.org/drawingml/2006/main">
              <a:ext uri="{FF2B5EF4-FFF2-40B4-BE49-F238E27FC236}">
                <a16:creationId xmlns:a16="http://schemas.microsoft.com/office/drawing/2014/main" id="{F2591E3F-883E-4F9D-BBEA-5035B604BF38}"/>
              </a:ext>
            </a:extLst>
          </p:cNvPr>
          <p:cNvSpPr>
            <a:spLocks xmlns:a="http://schemas.openxmlformats.org/drawingml/2006/main" noGrp="1"/>
          </p:cNvSpPr>
          <p:nvPr/>
        </p:nvSpPr>
        <p:spPr>
          <a:xfrm xmlns:a="http://schemas.openxmlformats.org/drawingml/2006/main">
            <a:off x="666750" y="3676650"/>
            <a:ext cx="6477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626E63"/>
                </a:solidFill>
              </a:defRPr>
            </a:defPPr>
            <a:lvl1pPr>
              <a:defRPr sz="2100" b="0">
                <a:solidFill>
                  <a:srgbClr val="626E63"/>
                </a:solidFill>
              </a:defRPr>
            </a:lvl1pPr>
            <a:lvl2pPr>
              <a:defRPr sz="2100" b="0">
                <a:solidFill>
                  <a:srgbClr val="626E63"/>
                </a:solidFill>
              </a:defRPr>
            </a:lvl2pPr>
            <a:lvl3pPr>
              <a:defRPr sz="2100" b="0">
                <a:solidFill>
                  <a:srgbClr val="626E63"/>
                </a:solidFill>
              </a:defRPr>
            </a:lvl3pPr>
            <a:lvl4pPr>
              <a:defRPr sz="2100" b="0">
                <a:solidFill>
                  <a:srgbClr val="626E63"/>
                </a:solidFill>
              </a:defRPr>
            </a:lvl4pPr>
            <a:lvl5pPr>
              <a:defRPr sz="2100" b="0">
                <a:solidFill>
                  <a:srgbClr val="626E63"/>
                </a:solidFill>
              </a:defRPr>
            </a:lvl5pPr>
            <a:lvl6pPr>
              <a:defRPr sz="2100" b="0">
                <a:solidFill>
                  <a:srgbClr val="626E63"/>
                </a:solidFill>
              </a:defRPr>
            </a:lvl6pPr>
            <a:lvl7pPr>
              <a:defRPr sz="2100" b="0">
                <a:solidFill>
                  <a:srgbClr val="626E63"/>
                </a:solidFill>
              </a:defRPr>
            </a:lvl7pPr>
            <a:lvl8pPr>
              <a:defRPr sz="2100" b="0">
                <a:solidFill>
                  <a:srgbClr val="626E63"/>
                </a:solidFill>
              </a:defRPr>
            </a:lvl8pPr>
            <a:lvl9pPr>
              <a:defRPr sz="2100" b="0">
                <a:solidFill>
                  <a:srgbClr val="626E63"/>
                </a:solidFill>
              </a:defRPr>
            </a:lvl9pPr>
          </a:lstStyle>
          <a:p xmlns:a="http://schemas.openxmlformats.org/drawingml/2006/main">
            <a:pPr>
              <a:defRPr sz="2100" b="0">
                <a:solidFill>
                  <a:srgbClr val="626E63"/>
                </a:solidFill>
              </a:defRPr>
            </a:pPr>
            <a:r>
              <a:rPr sz="2100" b="0">
                <a:solidFill>
                  <a:srgbClr val="626E63"/>
                </a:solidFill>
              </a:rPr>
              <a:t>₹15 base pickup</a:t>
            </a:r>
          </a:p>
          <a:p xmlns:a="http://schemas.openxmlformats.org/drawingml/2006/main">
            <a:pPr>
              <a:defRPr sz="2100" b="0">
                <a:solidFill>
                  <a:srgbClr val="626E63"/>
                </a:solidFill>
              </a:defRPr>
            </a:pPr>
            <a:r>
              <a:rPr sz="2100" b="0">
                <a:solidFill>
                  <a:srgbClr val="626E63"/>
                </a:solidFill>
              </a:rPr>
              <a:t>2 kg unsegregated × ₹5/kg sorting</a:t>
            </a:r>
          </a:p>
          <a:p xmlns:a="http://schemas.openxmlformats.org/drawingml/2006/main">
            <a:pPr>
              <a:defRPr sz="2100" b="0">
                <a:solidFill>
                  <a:srgbClr val="626E63"/>
                </a:solidFill>
              </a:defRPr>
            </a:pPr>
            <a:r>
              <a:rPr sz="2100" b="0">
                <a:solidFill>
                  <a:srgbClr val="626E63"/>
                </a:solidFill>
              </a:rPr>
              <a:t>Helper measures. Resident approves.</a:t>
            </a:r>
          </a:p>
        </p:txBody>
      </p:sp>
      <p:sp>
        <p:nvSpPr>
          <p:cNvPr id="7" name="rewards-number">
            <a:extLst xmlns:a="http://schemas.openxmlformats.org/drawingml/2006/main">
              <a:ext uri="{FF2B5EF4-FFF2-40B4-BE49-F238E27FC236}">
                <a16:creationId xmlns:a16="http://schemas.microsoft.com/office/drawing/2014/main" id="{0954CDA5-EDB7-4EED-87AE-EE3828558248}"/>
              </a:ext>
            </a:extLst>
          </p:cNvPr>
          <p:cNvSpPr>
            <a:spLocks xmlns:a="http://schemas.openxmlformats.org/drawingml/2006/main" noGrp="1"/>
          </p:cNvSpPr>
          <p:nvPr/>
        </p:nvSpPr>
        <p:spPr>
          <a:xfrm xmlns:a="http://schemas.openxmlformats.org/drawingml/2006/main">
            <a:off x="7848600" y="2209800"/>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193F30"/>
                </a:solidFill>
              </a:defRPr>
            </a:defPPr>
            <a:lvl1pPr>
              <a:defRPr sz="3675" b="1">
                <a:solidFill>
                  <a:srgbClr val="193F30"/>
                </a:solidFill>
              </a:defRPr>
            </a:lvl1pPr>
            <a:lvl2pPr>
              <a:defRPr sz="3675" b="1">
                <a:solidFill>
                  <a:srgbClr val="193F30"/>
                </a:solidFill>
              </a:defRPr>
            </a:lvl2pPr>
            <a:lvl3pPr>
              <a:defRPr sz="3675" b="1">
                <a:solidFill>
                  <a:srgbClr val="193F30"/>
                </a:solidFill>
              </a:defRPr>
            </a:lvl3pPr>
            <a:lvl4pPr>
              <a:defRPr sz="3675" b="1">
                <a:solidFill>
                  <a:srgbClr val="193F30"/>
                </a:solidFill>
              </a:defRPr>
            </a:lvl4pPr>
            <a:lvl5pPr>
              <a:defRPr sz="3675" b="1">
                <a:solidFill>
                  <a:srgbClr val="193F30"/>
                </a:solidFill>
              </a:defRPr>
            </a:lvl5pPr>
            <a:lvl6pPr>
              <a:defRPr sz="3675" b="1">
                <a:solidFill>
                  <a:srgbClr val="193F30"/>
                </a:solidFill>
              </a:defRPr>
            </a:lvl6pPr>
            <a:lvl7pPr>
              <a:defRPr sz="3675" b="1">
                <a:solidFill>
                  <a:srgbClr val="193F30"/>
                </a:solidFill>
              </a:defRPr>
            </a:lvl7pPr>
            <a:lvl8pPr>
              <a:defRPr sz="3675" b="1">
                <a:solidFill>
                  <a:srgbClr val="193F30"/>
                </a:solidFill>
              </a:defRPr>
            </a:lvl8pPr>
            <a:lvl9pPr>
              <a:defRPr sz="3675" b="1">
                <a:solidFill>
                  <a:srgbClr val="193F30"/>
                </a:solidFill>
              </a:defRPr>
            </a:lvl9pPr>
          </a:lstStyle>
          <a:p xmlns:a="http://schemas.openxmlformats.org/drawingml/2006/main">
            <a:pPr>
              <a:defRPr sz="3675" b="1">
                <a:solidFill>
                  <a:srgbClr val="193F30"/>
                </a:solidFill>
              </a:defRPr>
            </a:pPr>
            <a:r>
              <a:rPr sz="3675" b="1">
                <a:solidFill>
                  <a:srgbClr val="193F30"/>
                </a:solidFill>
              </a:rPr>
              <a:t>10 points</a:t>
            </a:r>
          </a:p>
        </p:txBody>
      </p:sp>
      <p:sp>
        <p:nvSpPr>
          <p:cNvPr id="8" name="rewards-text">
            <a:extLst xmlns:a="http://schemas.openxmlformats.org/drawingml/2006/main">
              <a:ext uri="{FF2B5EF4-FFF2-40B4-BE49-F238E27FC236}">
                <a16:creationId xmlns:a16="http://schemas.microsoft.com/office/drawing/2014/main" id="{BA4EF21C-361D-4297-9CC6-4264C502819D}"/>
              </a:ext>
            </a:extLst>
          </p:cNvPr>
          <p:cNvSpPr>
            <a:spLocks xmlns:a="http://schemas.openxmlformats.org/drawingml/2006/main" noGrp="1"/>
          </p:cNvSpPr>
          <p:nvPr/>
        </p:nvSpPr>
        <p:spPr>
          <a:xfrm xmlns:a="http://schemas.openxmlformats.org/drawingml/2006/main">
            <a:off x="7848600" y="2981325"/>
            <a:ext cx="342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93F30"/>
                </a:solidFill>
              </a:defRPr>
            </a:defPPr>
            <a:lvl1pPr>
              <a:defRPr sz="2250" b="1">
                <a:solidFill>
                  <a:srgbClr val="193F30"/>
                </a:solidFill>
              </a:defRPr>
            </a:lvl1pPr>
            <a:lvl2pPr>
              <a:defRPr sz="2250" b="1">
                <a:solidFill>
                  <a:srgbClr val="193F30"/>
                </a:solidFill>
              </a:defRPr>
            </a:lvl2pPr>
            <a:lvl3pPr>
              <a:defRPr sz="2250" b="1">
                <a:solidFill>
                  <a:srgbClr val="193F30"/>
                </a:solidFill>
              </a:defRPr>
            </a:lvl3pPr>
            <a:lvl4pPr>
              <a:defRPr sz="2250" b="1">
                <a:solidFill>
                  <a:srgbClr val="193F30"/>
                </a:solidFill>
              </a:defRPr>
            </a:lvl4pPr>
            <a:lvl5pPr>
              <a:defRPr sz="2250" b="1">
                <a:solidFill>
                  <a:srgbClr val="193F30"/>
                </a:solidFill>
              </a:defRPr>
            </a:lvl5pPr>
            <a:lvl6pPr>
              <a:defRPr sz="2250" b="1">
                <a:solidFill>
                  <a:srgbClr val="193F30"/>
                </a:solidFill>
              </a:defRPr>
            </a:lvl6pPr>
            <a:lvl7pPr>
              <a:defRPr sz="2250" b="1">
                <a:solidFill>
                  <a:srgbClr val="193F30"/>
                </a:solidFill>
              </a:defRPr>
            </a:lvl7pPr>
            <a:lvl8pPr>
              <a:defRPr sz="2250" b="1">
                <a:solidFill>
                  <a:srgbClr val="193F30"/>
                </a:solidFill>
              </a:defRPr>
            </a:lvl8pPr>
            <a:lvl9pPr>
              <a:defRPr sz="2250" b="1">
                <a:solidFill>
                  <a:srgbClr val="193F30"/>
                </a:solidFill>
              </a:defRPr>
            </a:lvl9pPr>
          </a:lstStyle>
          <a:p xmlns:a="http://schemas.openxmlformats.org/drawingml/2006/main">
            <a:pPr>
              <a:defRPr sz="2250" b="1">
                <a:solidFill>
                  <a:srgbClr val="193F30"/>
                </a:solidFill>
              </a:defRPr>
            </a:pPr>
            <a:r>
              <a:rPr sz="2250" b="1">
                <a:solidFill>
                  <a:srgbClr val="193F30"/>
                </a:solidFill>
              </a:rPr>
              <a:t>redeem one Basic</a:t>
            </a:r>
          </a:p>
          <a:p xmlns:a="http://schemas.openxmlformats.org/drawingml/2006/main">
            <a:pPr>
              <a:defRPr sz="2250" b="1">
                <a:solidFill>
                  <a:srgbClr val="193F30"/>
                </a:solidFill>
              </a:defRPr>
            </a:pPr>
            <a:r>
              <a:rPr sz="2250" b="1">
                <a:solidFill>
                  <a:srgbClr val="193F30"/>
                </a:solidFill>
              </a:rPr>
              <a:t>pickup credit</a:t>
            </a:r>
          </a:p>
        </p:txBody>
      </p:sp>
      <p:sp>
        <p:nvSpPr>
          <p:cNvPr id="9" name="reward-rule">
            <a:extLst xmlns:a="http://schemas.openxmlformats.org/drawingml/2006/main">
              <a:ext uri="{FF2B5EF4-FFF2-40B4-BE49-F238E27FC236}">
                <a16:creationId xmlns:a16="http://schemas.microsoft.com/office/drawing/2014/main" id="{A6E806A6-8710-4A0D-AD17-4D15C3BDB1EC}"/>
              </a:ext>
            </a:extLst>
          </p:cNvPr>
          <p:cNvSpPr>
            <a:spLocks xmlns:a="http://schemas.openxmlformats.org/drawingml/2006/main" noGrp="1"/>
          </p:cNvSpPr>
          <p:nvPr/>
        </p:nvSpPr>
        <p:spPr>
          <a:xfrm xmlns:a="http://schemas.openxmlformats.org/drawingml/2006/main">
            <a:off x="7848600" y="4210050"/>
            <a:ext cx="3429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626E63"/>
                </a:solidFill>
              </a:defRPr>
            </a:defPPr>
            <a:lvl1pPr>
              <a:defRPr sz="1800" b="0">
                <a:solidFill>
                  <a:srgbClr val="626E63"/>
                </a:solidFill>
              </a:defRPr>
            </a:lvl1pPr>
            <a:lvl2pPr>
              <a:defRPr sz="1800" b="0">
                <a:solidFill>
                  <a:srgbClr val="626E63"/>
                </a:solidFill>
              </a:defRPr>
            </a:lvl2pPr>
            <a:lvl3pPr>
              <a:defRPr sz="1800" b="0">
                <a:solidFill>
                  <a:srgbClr val="626E63"/>
                </a:solidFill>
              </a:defRPr>
            </a:lvl3pPr>
            <a:lvl4pPr>
              <a:defRPr sz="1800" b="0">
                <a:solidFill>
                  <a:srgbClr val="626E63"/>
                </a:solidFill>
              </a:defRPr>
            </a:lvl4pPr>
            <a:lvl5pPr>
              <a:defRPr sz="1800" b="0">
                <a:solidFill>
                  <a:srgbClr val="626E63"/>
                </a:solidFill>
              </a:defRPr>
            </a:lvl5pPr>
            <a:lvl6pPr>
              <a:defRPr sz="1800" b="0">
                <a:solidFill>
                  <a:srgbClr val="626E63"/>
                </a:solidFill>
              </a:defRPr>
            </a:lvl6pPr>
            <a:lvl7pPr>
              <a:defRPr sz="1800" b="0">
                <a:solidFill>
                  <a:srgbClr val="626E63"/>
                </a:solidFill>
              </a:defRPr>
            </a:lvl7pPr>
            <a:lvl8pPr>
              <a:defRPr sz="1800" b="0">
                <a:solidFill>
                  <a:srgbClr val="626E63"/>
                </a:solidFill>
              </a:defRPr>
            </a:lvl8pPr>
            <a:lvl9pPr>
              <a:defRPr sz="1800" b="0">
                <a:solidFill>
                  <a:srgbClr val="626E63"/>
                </a:solidFill>
              </a:defRPr>
            </a:lvl9pPr>
          </a:lstStyle>
          <a:p xmlns:a="http://schemas.openxmlformats.org/drawingml/2006/main">
            <a:pPr>
              <a:defRPr sz="1800" b="0">
                <a:solidFill>
                  <a:srgbClr val="626E63"/>
                </a:solidFill>
              </a:defRPr>
            </a:pPr>
            <a:r>
              <a:rPr sz="1800" b="0">
                <a:solidFill>
                  <a:srgbClr val="626E63"/>
                </a:solidFill>
              </a:rPr>
              <a:t>1 point for the first new</a:t>
            </a:r>
          </a:p>
          <a:p xmlns:a="http://schemas.openxmlformats.org/drawingml/2006/main">
            <a:pPr>
              <a:defRPr sz="1800" b="0">
                <a:solidFill>
                  <a:srgbClr val="626E63"/>
                </a:solidFill>
              </a:defRPr>
            </a:pPr>
            <a:r>
              <a:rPr sz="1800" b="0">
                <a:solidFill>
                  <a:srgbClr val="626E63"/>
                </a:solidFill>
              </a:rPr>
              <a:t>confirmed scan each day.</a:t>
            </a:r>
          </a:p>
          <a:p xmlns:a="http://schemas.openxmlformats.org/drawingml/2006/main">
            <a:pPr>
              <a:defRPr sz="1800" b="0">
                <a:solidFill>
                  <a:srgbClr val="626E63"/>
                </a:solidFill>
              </a:defRPr>
            </a:pPr>
            <a:r>
              <a:rPr sz="1800" b="0">
                <a:solidFill>
                  <a:srgbClr val="626E63"/>
                </a:solidFill>
              </a:rPr>
              <a:t>Up to 2 redemptions/month.</a:t>
            </a:r>
          </a:p>
        </p:txBody>
      </p:sp>
      <p:sp>
        <p:nvSpPr>
          <p:cNvPr id="10" name="fee-terms">
            <a:extLst xmlns:a="http://schemas.openxmlformats.org/drawingml/2006/main">
              <a:ext uri="{FF2B5EF4-FFF2-40B4-BE49-F238E27FC236}">
                <a16:creationId xmlns:a16="http://schemas.microsoft.com/office/drawing/2014/main" id="{B6A57905-F9D8-43AB-BD92-0E7DD1A29821}"/>
              </a:ext>
            </a:extLst>
          </p:cNvPr>
          <p:cNvSpPr>
            <a:spLocks xmlns:a="http://schemas.openxmlformats.org/drawingml/2006/main" noGrp="1"/>
          </p:cNvSpPr>
          <p:nvPr/>
        </p:nvSpPr>
        <p:spPr>
          <a:xfrm xmlns:a="http://schemas.openxmlformats.org/drawingml/2006/main">
            <a:off x="666750" y="57054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626E63"/>
                </a:solidFill>
              </a:defRPr>
            </a:defPPr>
            <a:lvl1pPr>
              <a:defRPr sz="1725" b="0">
                <a:solidFill>
                  <a:srgbClr val="626E63"/>
                </a:solidFill>
              </a:defRPr>
            </a:lvl1pPr>
            <a:lvl2pPr>
              <a:defRPr sz="1725" b="0">
                <a:solidFill>
                  <a:srgbClr val="626E63"/>
                </a:solidFill>
              </a:defRPr>
            </a:lvl2pPr>
            <a:lvl3pPr>
              <a:defRPr sz="1725" b="0">
                <a:solidFill>
                  <a:srgbClr val="626E63"/>
                </a:solidFill>
              </a:defRPr>
            </a:lvl3pPr>
            <a:lvl4pPr>
              <a:defRPr sz="1725" b="0">
                <a:solidFill>
                  <a:srgbClr val="626E63"/>
                </a:solidFill>
              </a:defRPr>
            </a:lvl4pPr>
            <a:lvl5pPr>
              <a:defRPr sz="1725" b="0">
                <a:solidFill>
                  <a:srgbClr val="626E63"/>
                </a:solidFill>
              </a:defRPr>
            </a:lvl5pPr>
            <a:lvl6pPr>
              <a:defRPr sz="1725" b="0">
                <a:solidFill>
                  <a:srgbClr val="626E63"/>
                </a:solidFill>
              </a:defRPr>
            </a:lvl6pPr>
            <a:lvl7pPr>
              <a:defRPr sz="1725" b="0">
                <a:solidFill>
                  <a:srgbClr val="626E63"/>
                </a:solidFill>
              </a:defRPr>
            </a:lvl7pPr>
            <a:lvl8pPr>
              <a:defRPr sz="1725" b="0">
                <a:solidFill>
                  <a:srgbClr val="626E63"/>
                </a:solidFill>
              </a:defRPr>
            </a:lvl8pPr>
            <a:lvl9pPr>
              <a:defRPr sz="1725" b="0">
                <a:solidFill>
                  <a:srgbClr val="626E63"/>
                </a:solidFill>
              </a:defRPr>
            </a:lvl9pPr>
          </a:lstStyle>
          <a:p xmlns:a="http://schemas.openxmlformats.org/drawingml/2006/main">
            <a:pPr>
              <a:defRPr sz="1725" b="0">
                <a:solidFill>
                  <a:srgbClr val="626E63"/>
                </a:solidFill>
              </a:defRPr>
            </a:pPr>
            <a:r>
              <a:rPr sz="1725" b="0">
                <a:solidFill>
                  <a:srgbClr val="626E63"/>
                </a:solidFill>
              </a:rPr>
              <a:t>Evening fees add ₹5–₹7. Plans and rewards cover the base pickup fee only.</a:t>
            </a:r>
          </a:p>
        </p:txBody>
      </p:sp>
    </p:spTree>
    <p:extLst>
      <p:ext uri="{BB962C8B-B14F-4D97-AF65-F5344CB8AC3E}">
        <p14:creationId xmlns:p14="http://schemas.microsoft.com/office/powerpoint/2010/main" val="1307560402"/>
      </p:ext>
    </p:extLst>
  </p:cSld>
</p:sld>
</file>

<file path=ppt/slides/slide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411F63C9-D6D1-446D-802D-98D84617FD77}"/>
              </a:ext>
            </a:extLst>
          </p:cNvPr>
          <p:cNvSpPr>
            <a:spLocks xmlns:a="http://schemas.openxmlformats.org/drawingml/2006/main" noGrp="1"/>
          </p:cNvSpPr>
          <p:nvPr/>
        </p:nvSpPr>
        <p:spPr>
          <a:xfrm xmlns:a="http://schemas.openxmlformats.org/drawingml/2006/main">
            <a:off x="647700" y="55245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193F30"/>
                </a:solidFill>
              </a:defRPr>
            </a:defPPr>
            <a:lvl1pPr>
              <a:defRPr sz="3600" b="1">
                <a:solidFill>
                  <a:srgbClr val="193F30"/>
                </a:solidFill>
              </a:defRPr>
            </a:lvl1pPr>
            <a:lvl2pPr>
              <a:defRPr sz="3600" b="1">
                <a:solidFill>
                  <a:srgbClr val="193F30"/>
                </a:solidFill>
              </a:defRPr>
            </a:lvl2pPr>
            <a:lvl3pPr>
              <a:defRPr sz="3600" b="1">
                <a:solidFill>
                  <a:srgbClr val="193F30"/>
                </a:solidFill>
              </a:defRPr>
            </a:lvl3pPr>
            <a:lvl4pPr>
              <a:defRPr sz="3600" b="1">
                <a:solidFill>
                  <a:srgbClr val="193F30"/>
                </a:solidFill>
              </a:defRPr>
            </a:lvl4pPr>
            <a:lvl5pPr>
              <a:defRPr sz="3600" b="1">
                <a:solidFill>
                  <a:srgbClr val="193F30"/>
                </a:solidFill>
              </a:defRPr>
            </a:lvl5pPr>
            <a:lvl6pPr>
              <a:defRPr sz="3600" b="1">
                <a:solidFill>
                  <a:srgbClr val="193F30"/>
                </a:solidFill>
              </a:defRPr>
            </a:lvl6pPr>
            <a:lvl7pPr>
              <a:defRPr sz="3600" b="1">
                <a:solidFill>
                  <a:srgbClr val="193F30"/>
                </a:solidFill>
              </a:defRPr>
            </a:lvl7pPr>
            <a:lvl8pPr>
              <a:defRPr sz="3600" b="1">
                <a:solidFill>
                  <a:srgbClr val="193F30"/>
                </a:solidFill>
              </a:defRPr>
            </a:lvl8pPr>
            <a:lvl9pPr>
              <a:defRPr sz="3600" b="1">
                <a:solidFill>
                  <a:srgbClr val="193F30"/>
                </a:solidFill>
              </a:defRPr>
            </a:lvl9pPr>
          </a:lstStyle>
          <a:p xmlns:a="http://schemas.openxmlformats.org/drawingml/2006/main">
            <a:pPr>
              <a:defRPr sz="3600" b="1">
                <a:solidFill>
                  <a:srgbClr val="193F30"/>
                </a:solidFill>
              </a:defRPr>
            </a:pPr>
            <a:r>
              <a:rPr sz="3600" b="1">
                <a:solidFill>
                  <a:srgbClr val="193F30"/>
                </a:solidFill>
              </a:rPr>
              <a:t>Service revenue funds collection</a:t>
            </a:r>
          </a:p>
        </p:txBody>
      </p:sp>
      <p:sp>
        <p:nvSpPr>
          <p:cNvPr id="2" name="brand">
            <a:extLst xmlns:a="http://schemas.openxmlformats.org/drawingml/2006/main">
              <a:ext uri="{FF2B5EF4-FFF2-40B4-BE49-F238E27FC236}">
                <a16:creationId xmlns:a16="http://schemas.microsoft.com/office/drawing/2014/main" id="{6691418B-DC44-4A53-89AC-B9A73EDC532E}"/>
              </a:ext>
            </a:extLst>
          </p:cNvPr>
          <p:cNvSpPr>
            <a:spLocks xmlns:a="http://schemas.openxmlformats.org/drawingml/2006/main" noGrp="1"/>
          </p:cNvSpPr>
          <p:nvPr/>
        </p:nvSpPr>
        <p:spPr>
          <a:xfrm xmlns:a="http://schemas.openxmlformats.org/drawingml/2006/main">
            <a:off x="647700" y="636270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6E63"/>
                </a:solidFill>
              </a:defRPr>
            </a:defPPr>
            <a:lvl1pPr>
              <a:defRPr sz="1350" b="0">
                <a:solidFill>
                  <a:srgbClr val="626E63"/>
                </a:solidFill>
              </a:defRPr>
            </a:lvl1pPr>
            <a:lvl2pPr>
              <a:defRPr sz="1350" b="0">
                <a:solidFill>
                  <a:srgbClr val="626E63"/>
                </a:solidFill>
              </a:defRPr>
            </a:lvl2pPr>
            <a:lvl3pPr>
              <a:defRPr sz="1350" b="0">
                <a:solidFill>
                  <a:srgbClr val="626E63"/>
                </a:solidFill>
              </a:defRPr>
            </a:lvl3pPr>
            <a:lvl4pPr>
              <a:defRPr sz="1350" b="0">
                <a:solidFill>
                  <a:srgbClr val="626E63"/>
                </a:solidFill>
              </a:defRPr>
            </a:lvl4pPr>
            <a:lvl5pPr>
              <a:defRPr sz="1350" b="0">
                <a:solidFill>
                  <a:srgbClr val="626E63"/>
                </a:solidFill>
              </a:defRPr>
            </a:lvl5pPr>
            <a:lvl6pPr>
              <a:defRPr sz="1350" b="0">
                <a:solidFill>
                  <a:srgbClr val="626E63"/>
                </a:solidFill>
              </a:defRPr>
            </a:lvl6pPr>
            <a:lvl7pPr>
              <a:defRPr sz="1350" b="0">
                <a:solidFill>
                  <a:srgbClr val="626E63"/>
                </a:solidFill>
              </a:defRPr>
            </a:lvl7pPr>
            <a:lvl8pPr>
              <a:defRPr sz="1350" b="0">
                <a:solidFill>
                  <a:srgbClr val="626E63"/>
                </a:solidFill>
              </a:defRPr>
            </a:lvl8pPr>
            <a:lvl9pPr>
              <a:defRPr sz="1350" b="0">
                <a:solidFill>
                  <a:srgbClr val="626E63"/>
                </a:solidFill>
              </a:defRPr>
            </a:lvl9pPr>
          </a:lstStyle>
          <a:p xmlns:a="http://schemas.openxmlformats.org/drawingml/2006/main">
            <a:pPr>
              <a:defRPr sz="1350" b="0">
                <a:solidFill>
                  <a:srgbClr val="626E63"/>
                </a:solidFill>
              </a:defRPr>
            </a:pPr>
            <a:r>
              <a:rPr sz="1350" b="0">
                <a:solidFill>
                  <a:srgbClr val="626E63"/>
                </a:solidFill>
              </a:rPr>
              <a:t>Waste Right</a:t>
            </a:r>
          </a:p>
        </p:txBody>
      </p:sp>
      <p:sp>
        <p:nvSpPr>
          <p:cNvPr id="3" name="page-number">
            <a:extLst xmlns:a="http://schemas.openxmlformats.org/drawingml/2006/main">
              <a:ext uri="{FF2B5EF4-FFF2-40B4-BE49-F238E27FC236}">
                <a16:creationId xmlns:a16="http://schemas.microsoft.com/office/drawing/2014/main" id="{2DA59789-3E19-4CD6-88C6-54F3CBD22B03}"/>
              </a:ext>
            </a:extLst>
          </p:cNvPr>
          <p:cNvSpPr>
            <a:spLocks xmlns:a="http://schemas.openxmlformats.org/drawingml/2006/main" noGrp="1"/>
          </p:cNvSpPr>
          <p:nvPr/>
        </p:nvSpPr>
        <p:spPr>
          <a:xfrm xmlns:a="http://schemas.openxmlformats.org/drawingml/2006/main">
            <a:off x="11049000" y="63627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6E63"/>
                </a:solidFill>
              </a:defRPr>
            </a:defPPr>
            <a:lvl1pPr>
              <a:defRPr sz="1350" b="0">
                <a:solidFill>
                  <a:srgbClr val="626E63"/>
                </a:solidFill>
              </a:defRPr>
            </a:lvl1pPr>
            <a:lvl2pPr>
              <a:defRPr sz="1350" b="0">
                <a:solidFill>
                  <a:srgbClr val="626E63"/>
                </a:solidFill>
              </a:defRPr>
            </a:lvl2pPr>
            <a:lvl3pPr>
              <a:defRPr sz="1350" b="0">
                <a:solidFill>
                  <a:srgbClr val="626E63"/>
                </a:solidFill>
              </a:defRPr>
            </a:lvl3pPr>
            <a:lvl4pPr>
              <a:defRPr sz="1350" b="0">
                <a:solidFill>
                  <a:srgbClr val="626E63"/>
                </a:solidFill>
              </a:defRPr>
            </a:lvl4pPr>
            <a:lvl5pPr>
              <a:defRPr sz="1350" b="0">
                <a:solidFill>
                  <a:srgbClr val="626E63"/>
                </a:solidFill>
              </a:defRPr>
            </a:lvl5pPr>
            <a:lvl6pPr>
              <a:defRPr sz="1350" b="0">
                <a:solidFill>
                  <a:srgbClr val="626E63"/>
                </a:solidFill>
              </a:defRPr>
            </a:lvl6pPr>
            <a:lvl7pPr>
              <a:defRPr sz="1350" b="0">
                <a:solidFill>
                  <a:srgbClr val="626E63"/>
                </a:solidFill>
              </a:defRPr>
            </a:lvl7pPr>
            <a:lvl8pPr>
              <a:defRPr sz="1350" b="0">
                <a:solidFill>
                  <a:srgbClr val="626E63"/>
                </a:solidFill>
              </a:defRPr>
            </a:lvl8pPr>
            <a:lvl9pPr>
              <a:defRPr sz="1350" b="0">
                <a:solidFill>
                  <a:srgbClr val="626E63"/>
                </a:solidFill>
              </a:defRPr>
            </a:lvl9pPr>
          </a:lstStyle>
          <a:p xmlns:a="http://schemas.openxmlformats.org/drawingml/2006/main">
            <a:pPr>
              <a:defRPr sz="1350" b="0">
                <a:solidFill>
                  <a:srgbClr val="626E63"/>
                </a:solidFill>
              </a:defRPr>
            </a:pPr>
            <a:r>
              <a:rPr sz="1350" b="0">
                <a:solidFill>
                  <a:srgbClr val="626E63"/>
                </a:solidFill>
              </a:rPr>
              <a:t>07</a:t>
            </a:r>
          </a:p>
        </p:txBody>
      </p:sp>
      <p:sp>
        <p:nvSpPr>
          <p:cNvPr id="4" name="income-1">
            <a:extLst xmlns:a="http://schemas.openxmlformats.org/drawingml/2006/main">
              <a:ext uri="{FF2B5EF4-FFF2-40B4-BE49-F238E27FC236}">
                <a16:creationId xmlns:a16="http://schemas.microsoft.com/office/drawing/2014/main" id="{43F4715B-65A1-47CC-9359-D2BE421BF088}"/>
              </a:ext>
            </a:extLst>
          </p:cNvPr>
          <p:cNvSpPr>
            <a:spLocks xmlns:a="http://schemas.openxmlformats.org/drawingml/2006/main" noGrp="1"/>
          </p:cNvSpPr>
          <p:nvPr/>
        </p:nvSpPr>
        <p:spPr>
          <a:xfrm xmlns:a="http://schemas.openxmlformats.org/drawingml/2006/main">
            <a:off x="666750" y="20764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193F30"/>
                </a:solidFill>
              </a:defRPr>
            </a:defPPr>
            <a:lvl1pPr>
              <a:defRPr sz="2775" b="1">
                <a:solidFill>
                  <a:srgbClr val="193F30"/>
                </a:solidFill>
              </a:defRPr>
            </a:lvl1pPr>
            <a:lvl2pPr>
              <a:defRPr sz="2775" b="1">
                <a:solidFill>
                  <a:srgbClr val="193F30"/>
                </a:solidFill>
              </a:defRPr>
            </a:lvl2pPr>
            <a:lvl3pPr>
              <a:defRPr sz="2775" b="1">
                <a:solidFill>
                  <a:srgbClr val="193F30"/>
                </a:solidFill>
              </a:defRPr>
            </a:lvl3pPr>
            <a:lvl4pPr>
              <a:defRPr sz="2775" b="1">
                <a:solidFill>
                  <a:srgbClr val="193F30"/>
                </a:solidFill>
              </a:defRPr>
            </a:lvl4pPr>
            <a:lvl5pPr>
              <a:defRPr sz="2775" b="1">
                <a:solidFill>
                  <a:srgbClr val="193F30"/>
                </a:solidFill>
              </a:defRPr>
            </a:lvl5pPr>
            <a:lvl6pPr>
              <a:defRPr sz="2775" b="1">
                <a:solidFill>
                  <a:srgbClr val="193F30"/>
                </a:solidFill>
              </a:defRPr>
            </a:lvl6pPr>
            <a:lvl7pPr>
              <a:defRPr sz="2775" b="1">
                <a:solidFill>
                  <a:srgbClr val="193F30"/>
                </a:solidFill>
              </a:defRPr>
            </a:lvl7pPr>
            <a:lvl8pPr>
              <a:defRPr sz="2775" b="1">
                <a:solidFill>
                  <a:srgbClr val="193F30"/>
                </a:solidFill>
              </a:defRPr>
            </a:lvl8pPr>
            <a:lvl9pPr>
              <a:defRPr sz="2775" b="1">
                <a:solidFill>
                  <a:srgbClr val="193F30"/>
                </a:solidFill>
              </a:defRPr>
            </a:lvl9pPr>
          </a:lstStyle>
          <a:p xmlns:a="http://schemas.openxmlformats.org/drawingml/2006/main">
            <a:pPr>
              <a:defRPr sz="2775" b="1">
                <a:solidFill>
                  <a:srgbClr val="193F30"/>
                </a:solidFill>
              </a:defRPr>
            </a:pPr>
            <a:r>
              <a:rPr sz="2775" b="1">
                <a:solidFill>
                  <a:srgbClr val="193F30"/>
                </a:solidFill>
              </a:rPr>
              <a:t>Collection income</a:t>
            </a:r>
          </a:p>
        </p:txBody>
      </p:sp>
      <p:sp>
        <p:nvSpPr>
          <p:cNvPr id="5" name="income-detail">
            <a:extLst xmlns:a="http://schemas.openxmlformats.org/drawingml/2006/main">
              <a:ext uri="{FF2B5EF4-FFF2-40B4-BE49-F238E27FC236}">
                <a16:creationId xmlns:a16="http://schemas.microsoft.com/office/drawing/2014/main" id="{D8A9D031-2AAF-434D-9624-25284E9372AB}"/>
              </a:ext>
            </a:extLst>
          </p:cNvPr>
          <p:cNvSpPr>
            <a:spLocks xmlns:a="http://schemas.openxmlformats.org/drawingml/2006/main" noGrp="1"/>
          </p:cNvSpPr>
          <p:nvPr/>
        </p:nvSpPr>
        <p:spPr>
          <a:xfrm xmlns:a="http://schemas.openxmlformats.org/drawingml/2006/main">
            <a:off x="666750" y="2809875"/>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626E63"/>
                </a:solidFill>
              </a:defRPr>
            </a:defPPr>
            <a:lvl1pPr>
              <a:defRPr sz="2175" b="0">
                <a:solidFill>
                  <a:srgbClr val="626E63"/>
                </a:solidFill>
              </a:defRPr>
            </a:lvl1pPr>
            <a:lvl2pPr>
              <a:defRPr sz="2175" b="0">
                <a:solidFill>
                  <a:srgbClr val="626E63"/>
                </a:solidFill>
              </a:defRPr>
            </a:lvl2pPr>
            <a:lvl3pPr>
              <a:defRPr sz="2175" b="0">
                <a:solidFill>
                  <a:srgbClr val="626E63"/>
                </a:solidFill>
              </a:defRPr>
            </a:lvl3pPr>
            <a:lvl4pPr>
              <a:defRPr sz="2175" b="0">
                <a:solidFill>
                  <a:srgbClr val="626E63"/>
                </a:solidFill>
              </a:defRPr>
            </a:lvl4pPr>
            <a:lvl5pPr>
              <a:defRPr sz="2175" b="0">
                <a:solidFill>
                  <a:srgbClr val="626E63"/>
                </a:solidFill>
              </a:defRPr>
            </a:lvl5pPr>
            <a:lvl6pPr>
              <a:defRPr sz="2175" b="0">
                <a:solidFill>
                  <a:srgbClr val="626E63"/>
                </a:solidFill>
              </a:defRPr>
            </a:lvl6pPr>
            <a:lvl7pPr>
              <a:defRPr sz="2175" b="0">
                <a:solidFill>
                  <a:srgbClr val="626E63"/>
                </a:solidFill>
              </a:defRPr>
            </a:lvl7pPr>
            <a:lvl8pPr>
              <a:defRPr sz="2175" b="0">
                <a:solidFill>
                  <a:srgbClr val="626E63"/>
                </a:solidFill>
              </a:defRPr>
            </a:lvl8pPr>
            <a:lvl9pPr>
              <a:defRPr sz="2175" b="0">
                <a:solidFill>
                  <a:srgbClr val="626E63"/>
                </a:solidFill>
              </a:defRPr>
            </a:lvl9pPr>
          </a:lstStyle>
          <a:p xmlns:a="http://schemas.openxmlformats.org/drawingml/2006/main">
            <a:pPr>
              <a:defRPr sz="2175" b="0">
                <a:solidFill>
                  <a:srgbClr val="626E63"/>
                </a:solidFill>
              </a:defRPr>
            </a:pPr>
            <a:r>
              <a:rPr sz="2175" b="0">
                <a:solidFill>
                  <a:srgbClr val="626E63"/>
                </a:solidFill>
              </a:rPr>
              <a:t>Basic pickup fees and monthly</a:t>
            </a:r>
          </a:p>
          <a:p xmlns:a="http://schemas.openxmlformats.org/drawingml/2006/main">
            <a:pPr>
              <a:defRPr sz="2175" b="0">
                <a:solidFill>
                  <a:srgbClr val="626E63"/>
                </a:solidFill>
              </a:defRPr>
            </a:pPr>
            <a:r>
              <a:rPr sz="2175" b="0">
                <a:solidFill>
                  <a:srgbClr val="626E63"/>
                </a:solidFill>
              </a:rPr>
              <a:t>passes pay for the service.</a:t>
            </a:r>
          </a:p>
          <a:p xmlns:a="http://schemas.openxmlformats.org/drawingml/2006/main">
            <a:pPr>
              <a:defRPr sz="2175" b="0">
                <a:solidFill>
                  <a:srgbClr val="626E63"/>
                </a:solidFill>
              </a:defRPr>
            </a:pPr>
            <a:r>
              <a:rPr sz="2175" b="0">
                <a:solidFill>
                  <a:srgbClr val="626E63"/>
                </a:solidFill>
              </a:rPr>
              <a:t>Sorting fees cover extra handling.</a:t>
            </a:r>
          </a:p>
        </p:txBody>
      </p:sp>
      <p:sp>
        <p:nvSpPr>
          <p:cNvPr id="6" name="income-2">
            <a:extLst xmlns:a="http://schemas.openxmlformats.org/drawingml/2006/main">
              <a:ext uri="{FF2B5EF4-FFF2-40B4-BE49-F238E27FC236}">
                <a16:creationId xmlns:a16="http://schemas.microsoft.com/office/drawing/2014/main" id="{2A43B7CF-F325-4D47-98BA-BC8D324F58E2}"/>
              </a:ext>
            </a:extLst>
          </p:cNvPr>
          <p:cNvSpPr>
            <a:spLocks xmlns:a="http://schemas.openxmlformats.org/drawingml/2006/main" noGrp="1"/>
          </p:cNvSpPr>
          <p:nvPr/>
        </p:nvSpPr>
        <p:spPr>
          <a:xfrm xmlns:a="http://schemas.openxmlformats.org/drawingml/2006/main">
            <a:off x="6705600" y="20764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193F30"/>
                </a:solidFill>
              </a:defRPr>
            </a:defPPr>
            <a:lvl1pPr>
              <a:defRPr sz="2775" b="1">
                <a:solidFill>
                  <a:srgbClr val="193F30"/>
                </a:solidFill>
              </a:defRPr>
            </a:lvl1pPr>
            <a:lvl2pPr>
              <a:defRPr sz="2775" b="1">
                <a:solidFill>
                  <a:srgbClr val="193F30"/>
                </a:solidFill>
              </a:defRPr>
            </a:lvl2pPr>
            <a:lvl3pPr>
              <a:defRPr sz="2775" b="1">
                <a:solidFill>
                  <a:srgbClr val="193F30"/>
                </a:solidFill>
              </a:defRPr>
            </a:lvl3pPr>
            <a:lvl4pPr>
              <a:defRPr sz="2775" b="1">
                <a:solidFill>
                  <a:srgbClr val="193F30"/>
                </a:solidFill>
              </a:defRPr>
            </a:lvl4pPr>
            <a:lvl5pPr>
              <a:defRPr sz="2775" b="1">
                <a:solidFill>
                  <a:srgbClr val="193F30"/>
                </a:solidFill>
              </a:defRPr>
            </a:lvl5pPr>
            <a:lvl6pPr>
              <a:defRPr sz="2775" b="1">
                <a:solidFill>
                  <a:srgbClr val="193F30"/>
                </a:solidFill>
              </a:defRPr>
            </a:lvl6pPr>
            <a:lvl7pPr>
              <a:defRPr sz="2775" b="1">
                <a:solidFill>
                  <a:srgbClr val="193F30"/>
                </a:solidFill>
              </a:defRPr>
            </a:lvl7pPr>
            <a:lvl8pPr>
              <a:defRPr sz="2775" b="1">
                <a:solidFill>
                  <a:srgbClr val="193F30"/>
                </a:solidFill>
              </a:defRPr>
            </a:lvl8pPr>
            <a:lvl9pPr>
              <a:defRPr sz="2775" b="1">
                <a:solidFill>
                  <a:srgbClr val="193F30"/>
                </a:solidFill>
              </a:defRPr>
            </a:lvl9pPr>
          </a:lstStyle>
          <a:p xmlns:a="http://schemas.openxmlformats.org/drawingml/2006/main">
            <a:pPr>
              <a:defRPr sz="2775" b="1">
                <a:solidFill>
                  <a:srgbClr val="193F30"/>
                </a:solidFill>
              </a:defRPr>
            </a:pPr>
            <a:r>
              <a:rPr sz="2775" b="1">
                <a:solidFill>
                  <a:srgbClr val="193F30"/>
                </a:solidFill>
              </a:rPr>
              <a:t>Recovery income</a:t>
            </a:r>
          </a:p>
        </p:txBody>
      </p:sp>
      <p:sp>
        <p:nvSpPr>
          <p:cNvPr id="7" name="recovery-detail">
            <a:extLst xmlns:a="http://schemas.openxmlformats.org/drawingml/2006/main">
              <a:ext uri="{FF2B5EF4-FFF2-40B4-BE49-F238E27FC236}">
                <a16:creationId xmlns:a16="http://schemas.microsoft.com/office/drawing/2014/main" id="{673F2DA6-EA50-442A-ADAB-24D73602087F}"/>
              </a:ext>
            </a:extLst>
          </p:cNvPr>
          <p:cNvSpPr>
            <a:spLocks xmlns:a="http://schemas.openxmlformats.org/drawingml/2006/main" noGrp="1"/>
          </p:cNvSpPr>
          <p:nvPr/>
        </p:nvSpPr>
        <p:spPr>
          <a:xfrm xmlns:a="http://schemas.openxmlformats.org/drawingml/2006/main">
            <a:off x="6705600" y="2809875"/>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626E63"/>
                </a:solidFill>
              </a:defRPr>
            </a:defPPr>
            <a:lvl1pPr>
              <a:defRPr sz="2175" b="0">
                <a:solidFill>
                  <a:srgbClr val="626E63"/>
                </a:solidFill>
              </a:defRPr>
            </a:lvl1pPr>
            <a:lvl2pPr>
              <a:defRPr sz="2175" b="0">
                <a:solidFill>
                  <a:srgbClr val="626E63"/>
                </a:solidFill>
              </a:defRPr>
            </a:lvl2pPr>
            <a:lvl3pPr>
              <a:defRPr sz="2175" b="0">
                <a:solidFill>
                  <a:srgbClr val="626E63"/>
                </a:solidFill>
              </a:defRPr>
            </a:lvl3pPr>
            <a:lvl4pPr>
              <a:defRPr sz="2175" b="0">
                <a:solidFill>
                  <a:srgbClr val="626E63"/>
                </a:solidFill>
              </a:defRPr>
            </a:lvl4pPr>
            <a:lvl5pPr>
              <a:defRPr sz="2175" b="0">
                <a:solidFill>
                  <a:srgbClr val="626E63"/>
                </a:solidFill>
              </a:defRPr>
            </a:lvl5pPr>
            <a:lvl6pPr>
              <a:defRPr sz="2175" b="0">
                <a:solidFill>
                  <a:srgbClr val="626E63"/>
                </a:solidFill>
              </a:defRPr>
            </a:lvl6pPr>
            <a:lvl7pPr>
              <a:defRPr sz="2175" b="0">
                <a:solidFill>
                  <a:srgbClr val="626E63"/>
                </a:solidFill>
              </a:defRPr>
            </a:lvl7pPr>
            <a:lvl8pPr>
              <a:defRPr sz="2175" b="0">
                <a:solidFill>
                  <a:srgbClr val="626E63"/>
                </a:solidFill>
              </a:defRPr>
            </a:lvl8pPr>
            <a:lvl9pPr>
              <a:defRPr sz="2175" b="0">
                <a:solidFill>
                  <a:srgbClr val="626E63"/>
                </a:solidFill>
              </a:defRPr>
            </a:lvl9pPr>
          </a:lstStyle>
          <a:p xmlns:a="http://schemas.openxmlformats.org/drawingml/2006/main">
            <a:pPr>
              <a:defRPr sz="2175" b="0">
                <a:solidFill>
                  <a:srgbClr val="626E63"/>
                </a:solidFill>
              </a:defRPr>
            </a:pPr>
            <a:r>
              <a:rPr sz="2175" b="0">
                <a:solidFill>
                  <a:srgbClr val="626E63"/>
                </a:solidFill>
              </a:rPr>
              <a:t>Accepted materials can generate</a:t>
            </a:r>
          </a:p>
          <a:p xmlns:a="http://schemas.openxmlformats.org/drawingml/2006/main">
            <a:pPr>
              <a:defRPr sz="2175" b="0">
                <a:solidFill>
                  <a:srgbClr val="626E63"/>
                </a:solidFill>
              </a:defRPr>
            </a:pPr>
            <a:r>
              <a:rPr sz="2175" b="0">
                <a:solidFill>
                  <a:srgbClr val="626E63"/>
                </a:solidFill>
              </a:rPr>
              <a:t>buyer proceeds. Direct costs and</a:t>
            </a:r>
          </a:p>
          <a:p xmlns:a="http://schemas.openxmlformats.org/drawingml/2006/main">
            <a:pPr>
              <a:defRPr sz="2175" b="0">
                <a:solidFill>
                  <a:srgbClr val="626E63"/>
                </a:solidFill>
              </a:defRPr>
            </a:pPr>
            <a:r>
              <a:rPr sz="2175" b="0">
                <a:solidFill>
                  <a:srgbClr val="626E63"/>
                </a:solidFill>
              </a:rPr>
              <a:t>resident shares reduce the balance.</a:t>
            </a:r>
          </a:p>
        </p:txBody>
      </p:sp>
      <p:sp>
        <p:nvSpPr>
          <p:cNvPr id="8" name="costs">
            <a:extLst xmlns:a="http://schemas.openxmlformats.org/drawingml/2006/main">
              <a:ext uri="{FF2B5EF4-FFF2-40B4-BE49-F238E27FC236}">
                <a16:creationId xmlns:a16="http://schemas.microsoft.com/office/drawing/2014/main" id="{5EAFE97C-68C7-434C-AAB4-EE679258831C}"/>
              </a:ext>
            </a:extLst>
          </p:cNvPr>
          <p:cNvSpPr>
            <a:spLocks xmlns:a="http://schemas.openxmlformats.org/drawingml/2006/main" noGrp="1"/>
          </p:cNvSpPr>
          <p:nvPr/>
        </p:nvSpPr>
        <p:spPr>
          <a:xfrm xmlns:a="http://schemas.openxmlformats.org/drawingml/2006/main">
            <a:off x="666750" y="49720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6C68A8"/>
                </a:solidFill>
              </a:defRPr>
            </a:defPPr>
            <a:lvl1pPr>
              <a:defRPr sz="2175" b="1">
                <a:solidFill>
                  <a:srgbClr val="6C68A8"/>
                </a:solidFill>
              </a:defRPr>
            </a:lvl1pPr>
            <a:lvl2pPr>
              <a:defRPr sz="2175" b="1">
                <a:solidFill>
                  <a:srgbClr val="6C68A8"/>
                </a:solidFill>
              </a:defRPr>
            </a:lvl2pPr>
            <a:lvl3pPr>
              <a:defRPr sz="2175" b="1">
                <a:solidFill>
                  <a:srgbClr val="6C68A8"/>
                </a:solidFill>
              </a:defRPr>
            </a:lvl3pPr>
            <a:lvl4pPr>
              <a:defRPr sz="2175" b="1">
                <a:solidFill>
                  <a:srgbClr val="6C68A8"/>
                </a:solidFill>
              </a:defRPr>
            </a:lvl4pPr>
            <a:lvl5pPr>
              <a:defRPr sz="2175" b="1">
                <a:solidFill>
                  <a:srgbClr val="6C68A8"/>
                </a:solidFill>
              </a:defRPr>
            </a:lvl5pPr>
            <a:lvl6pPr>
              <a:defRPr sz="2175" b="1">
                <a:solidFill>
                  <a:srgbClr val="6C68A8"/>
                </a:solidFill>
              </a:defRPr>
            </a:lvl6pPr>
            <a:lvl7pPr>
              <a:defRPr sz="2175" b="1">
                <a:solidFill>
                  <a:srgbClr val="6C68A8"/>
                </a:solidFill>
              </a:defRPr>
            </a:lvl7pPr>
            <a:lvl8pPr>
              <a:defRPr sz="2175" b="1">
                <a:solidFill>
                  <a:srgbClr val="6C68A8"/>
                </a:solidFill>
              </a:defRPr>
            </a:lvl8pPr>
            <a:lvl9pPr>
              <a:defRPr sz="2175" b="1">
                <a:solidFill>
                  <a:srgbClr val="6C68A8"/>
                </a:solidFill>
              </a:defRPr>
            </a:lvl9pPr>
          </a:lstStyle>
          <a:p xmlns:a="http://schemas.openxmlformats.org/drawingml/2006/main">
            <a:pPr>
              <a:defRPr sz="2175" b="1">
                <a:solidFill>
                  <a:srgbClr val="6C68A8"/>
                </a:solidFill>
              </a:defRPr>
            </a:pPr>
            <a:r>
              <a:rPr sz="2175" b="1">
                <a:solidFill>
                  <a:srgbClr val="6C68A8"/>
                </a:solidFill>
              </a:rPr>
              <a:t>Contribution depends on helper pay, transport, downstream</a:t>
            </a:r>
          </a:p>
          <a:p xmlns:a="http://schemas.openxmlformats.org/drawingml/2006/main">
            <a:pPr>
              <a:defRPr sz="2175" b="1">
                <a:solidFill>
                  <a:srgbClr val="6C68A8"/>
                </a:solidFill>
              </a:defRPr>
            </a:pPr>
            <a:r>
              <a:rPr sz="2175" b="1">
                <a:solidFill>
                  <a:srgbClr val="6C68A8"/>
                </a:solidFill>
              </a:rPr>
              <a:t>handling, technology, payments and support costs.</a:t>
            </a:r>
          </a:p>
        </p:txBody>
      </p:sp>
    </p:spTree>
    <p:extLst>
      <p:ext uri="{BB962C8B-B14F-4D97-AF65-F5344CB8AC3E}">
        <p14:creationId xmlns:p14="http://schemas.microsoft.com/office/powerpoint/2010/main" val="815783569"/>
      </p:ext>
    </p:extLst>
  </p:cSld>
</p:sld>
</file>

<file path=ppt/slides/slide8.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DD1C03D8-EE1D-4136-9F04-8C958F3B4C51}"/>
              </a:ext>
            </a:extLst>
          </p:cNvPr>
          <p:cNvSpPr>
            <a:spLocks xmlns:a="http://schemas.openxmlformats.org/drawingml/2006/main" noGrp="1"/>
          </p:cNvSpPr>
          <p:nvPr/>
        </p:nvSpPr>
        <p:spPr>
          <a:xfrm xmlns:a="http://schemas.openxmlformats.org/drawingml/2006/main">
            <a:off x="647700" y="55245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193F30"/>
                </a:solidFill>
              </a:defRPr>
            </a:defPPr>
            <a:lvl1pPr>
              <a:defRPr sz="3600" b="1">
                <a:solidFill>
                  <a:srgbClr val="193F30"/>
                </a:solidFill>
              </a:defRPr>
            </a:lvl1pPr>
            <a:lvl2pPr>
              <a:defRPr sz="3600" b="1">
                <a:solidFill>
                  <a:srgbClr val="193F30"/>
                </a:solidFill>
              </a:defRPr>
            </a:lvl2pPr>
            <a:lvl3pPr>
              <a:defRPr sz="3600" b="1">
                <a:solidFill>
                  <a:srgbClr val="193F30"/>
                </a:solidFill>
              </a:defRPr>
            </a:lvl3pPr>
            <a:lvl4pPr>
              <a:defRPr sz="3600" b="1">
                <a:solidFill>
                  <a:srgbClr val="193F30"/>
                </a:solidFill>
              </a:defRPr>
            </a:lvl4pPr>
            <a:lvl5pPr>
              <a:defRPr sz="3600" b="1">
                <a:solidFill>
                  <a:srgbClr val="193F30"/>
                </a:solidFill>
              </a:defRPr>
            </a:lvl5pPr>
            <a:lvl6pPr>
              <a:defRPr sz="3600" b="1">
                <a:solidFill>
                  <a:srgbClr val="193F30"/>
                </a:solidFill>
              </a:defRPr>
            </a:lvl6pPr>
            <a:lvl7pPr>
              <a:defRPr sz="3600" b="1">
                <a:solidFill>
                  <a:srgbClr val="193F30"/>
                </a:solidFill>
              </a:defRPr>
            </a:lvl7pPr>
            <a:lvl8pPr>
              <a:defRPr sz="3600" b="1">
                <a:solidFill>
                  <a:srgbClr val="193F30"/>
                </a:solidFill>
              </a:defRPr>
            </a:lvl8pPr>
            <a:lvl9pPr>
              <a:defRPr sz="3600" b="1">
                <a:solidFill>
                  <a:srgbClr val="193F30"/>
                </a:solidFill>
              </a:defRPr>
            </a:lvl9pPr>
          </a:lstStyle>
          <a:p xmlns:a="http://schemas.openxmlformats.org/drawingml/2006/main">
            <a:pPr>
              <a:defRPr sz="3600" b="1">
                <a:solidFill>
                  <a:srgbClr val="193F30"/>
                </a:solidFill>
              </a:defRPr>
            </a:pPr>
            <a:r>
              <a:rPr sz="3600" b="1">
                <a:solidFill>
                  <a:srgbClr val="193F30"/>
                </a:solidFill>
              </a:rPr>
              <a:t>A working prototype</a:t>
            </a:r>
          </a:p>
        </p:txBody>
      </p:sp>
      <p:sp>
        <p:nvSpPr>
          <p:cNvPr id="2" name="brand">
            <a:extLst xmlns:a="http://schemas.openxmlformats.org/drawingml/2006/main">
              <a:ext uri="{FF2B5EF4-FFF2-40B4-BE49-F238E27FC236}">
                <a16:creationId xmlns:a16="http://schemas.microsoft.com/office/drawing/2014/main" id="{ABD46BD2-8B5C-48BD-B5D1-32BE319DEF10}"/>
              </a:ext>
            </a:extLst>
          </p:cNvPr>
          <p:cNvSpPr>
            <a:spLocks xmlns:a="http://schemas.openxmlformats.org/drawingml/2006/main" noGrp="1"/>
          </p:cNvSpPr>
          <p:nvPr/>
        </p:nvSpPr>
        <p:spPr>
          <a:xfrm xmlns:a="http://schemas.openxmlformats.org/drawingml/2006/main">
            <a:off x="647700" y="636270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6E63"/>
                </a:solidFill>
              </a:defRPr>
            </a:defPPr>
            <a:lvl1pPr>
              <a:defRPr sz="1350" b="0">
                <a:solidFill>
                  <a:srgbClr val="626E63"/>
                </a:solidFill>
              </a:defRPr>
            </a:lvl1pPr>
            <a:lvl2pPr>
              <a:defRPr sz="1350" b="0">
                <a:solidFill>
                  <a:srgbClr val="626E63"/>
                </a:solidFill>
              </a:defRPr>
            </a:lvl2pPr>
            <a:lvl3pPr>
              <a:defRPr sz="1350" b="0">
                <a:solidFill>
                  <a:srgbClr val="626E63"/>
                </a:solidFill>
              </a:defRPr>
            </a:lvl3pPr>
            <a:lvl4pPr>
              <a:defRPr sz="1350" b="0">
                <a:solidFill>
                  <a:srgbClr val="626E63"/>
                </a:solidFill>
              </a:defRPr>
            </a:lvl4pPr>
            <a:lvl5pPr>
              <a:defRPr sz="1350" b="0">
                <a:solidFill>
                  <a:srgbClr val="626E63"/>
                </a:solidFill>
              </a:defRPr>
            </a:lvl5pPr>
            <a:lvl6pPr>
              <a:defRPr sz="1350" b="0">
                <a:solidFill>
                  <a:srgbClr val="626E63"/>
                </a:solidFill>
              </a:defRPr>
            </a:lvl6pPr>
            <a:lvl7pPr>
              <a:defRPr sz="1350" b="0">
                <a:solidFill>
                  <a:srgbClr val="626E63"/>
                </a:solidFill>
              </a:defRPr>
            </a:lvl7pPr>
            <a:lvl8pPr>
              <a:defRPr sz="1350" b="0">
                <a:solidFill>
                  <a:srgbClr val="626E63"/>
                </a:solidFill>
              </a:defRPr>
            </a:lvl8pPr>
            <a:lvl9pPr>
              <a:defRPr sz="1350" b="0">
                <a:solidFill>
                  <a:srgbClr val="626E63"/>
                </a:solidFill>
              </a:defRPr>
            </a:lvl9pPr>
          </a:lstStyle>
          <a:p xmlns:a="http://schemas.openxmlformats.org/drawingml/2006/main">
            <a:pPr>
              <a:defRPr sz="1350" b="0">
                <a:solidFill>
                  <a:srgbClr val="626E63"/>
                </a:solidFill>
              </a:defRPr>
            </a:pPr>
            <a:r>
              <a:rPr sz="1350" b="0">
                <a:solidFill>
                  <a:srgbClr val="626E63"/>
                </a:solidFill>
              </a:rPr>
              <a:t>Waste Right</a:t>
            </a:r>
          </a:p>
        </p:txBody>
      </p:sp>
      <p:sp>
        <p:nvSpPr>
          <p:cNvPr id="3" name="page-number">
            <a:extLst xmlns:a="http://schemas.openxmlformats.org/drawingml/2006/main">
              <a:ext uri="{FF2B5EF4-FFF2-40B4-BE49-F238E27FC236}">
                <a16:creationId xmlns:a16="http://schemas.microsoft.com/office/drawing/2014/main" id="{E4B9EBDE-735A-402F-9DA6-765EBCB5A17D}"/>
              </a:ext>
            </a:extLst>
          </p:cNvPr>
          <p:cNvSpPr>
            <a:spLocks xmlns:a="http://schemas.openxmlformats.org/drawingml/2006/main" noGrp="1"/>
          </p:cNvSpPr>
          <p:nvPr/>
        </p:nvSpPr>
        <p:spPr>
          <a:xfrm xmlns:a="http://schemas.openxmlformats.org/drawingml/2006/main">
            <a:off x="11049000" y="63627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6E63"/>
                </a:solidFill>
              </a:defRPr>
            </a:defPPr>
            <a:lvl1pPr>
              <a:defRPr sz="1350" b="0">
                <a:solidFill>
                  <a:srgbClr val="626E63"/>
                </a:solidFill>
              </a:defRPr>
            </a:lvl1pPr>
            <a:lvl2pPr>
              <a:defRPr sz="1350" b="0">
                <a:solidFill>
                  <a:srgbClr val="626E63"/>
                </a:solidFill>
              </a:defRPr>
            </a:lvl2pPr>
            <a:lvl3pPr>
              <a:defRPr sz="1350" b="0">
                <a:solidFill>
                  <a:srgbClr val="626E63"/>
                </a:solidFill>
              </a:defRPr>
            </a:lvl3pPr>
            <a:lvl4pPr>
              <a:defRPr sz="1350" b="0">
                <a:solidFill>
                  <a:srgbClr val="626E63"/>
                </a:solidFill>
              </a:defRPr>
            </a:lvl4pPr>
            <a:lvl5pPr>
              <a:defRPr sz="1350" b="0">
                <a:solidFill>
                  <a:srgbClr val="626E63"/>
                </a:solidFill>
              </a:defRPr>
            </a:lvl5pPr>
            <a:lvl6pPr>
              <a:defRPr sz="1350" b="0">
                <a:solidFill>
                  <a:srgbClr val="626E63"/>
                </a:solidFill>
              </a:defRPr>
            </a:lvl6pPr>
            <a:lvl7pPr>
              <a:defRPr sz="1350" b="0">
                <a:solidFill>
                  <a:srgbClr val="626E63"/>
                </a:solidFill>
              </a:defRPr>
            </a:lvl7pPr>
            <a:lvl8pPr>
              <a:defRPr sz="1350" b="0">
                <a:solidFill>
                  <a:srgbClr val="626E63"/>
                </a:solidFill>
              </a:defRPr>
            </a:lvl8pPr>
            <a:lvl9pPr>
              <a:defRPr sz="1350" b="0">
                <a:solidFill>
                  <a:srgbClr val="626E63"/>
                </a:solidFill>
              </a:defRPr>
            </a:lvl9pPr>
          </a:lstStyle>
          <a:p xmlns:a="http://schemas.openxmlformats.org/drawingml/2006/main">
            <a:pPr>
              <a:defRPr sz="1350" b="0">
                <a:solidFill>
                  <a:srgbClr val="626E63"/>
                </a:solidFill>
              </a:defRPr>
            </a:pPr>
            <a:r>
              <a:rPr sz="1350" b="0">
                <a:solidFill>
                  <a:srgbClr val="626E63"/>
                </a:solidFill>
              </a:rPr>
              <a:t>08</a:t>
            </a:r>
          </a:p>
        </p:txBody>
      </p:sp>
      <p:sp>
        <p:nvSpPr>
          <p:cNvPr id="4" name="built-heading">
            <a:extLst xmlns:a="http://schemas.openxmlformats.org/drawingml/2006/main">
              <a:ext uri="{FF2B5EF4-FFF2-40B4-BE49-F238E27FC236}">
                <a16:creationId xmlns:a16="http://schemas.microsoft.com/office/drawing/2014/main" id="{6EB1CC05-6F9B-4561-A109-DFF01FDBEE0E}"/>
              </a:ext>
            </a:extLst>
          </p:cNvPr>
          <p:cNvSpPr>
            <a:spLocks xmlns:a="http://schemas.openxmlformats.org/drawingml/2006/main" noGrp="1"/>
          </p:cNvSpPr>
          <p:nvPr/>
        </p:nvSpPr>
        <p:spPr>
          <a:xfrm xmlns:a="http://schemas.openxmlformats.org/drawingml/2006/main">
            <a:off x="666750" y="19526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1">
                <a:solidFill>
                  <a:srgbClr val="193F30"/>
                </a:solidFill>
              </a:defRPr>
            </a:defPPr>
            <a:lvl1pPr>
              <a:defRPr sz="2625" b="1">
                <a:solidFill>
                  <a:srgbClr val="193F30"/>
                </a:solidFill>
              </a:defRPr>
            </a:lvl1pPr>
            <a:lvl2pPr>
              <a:defRPr sz="2625" b="1">
                <a:solidFill>
                  <a:srgbClr val="193F30"/>
                </a:solidFill>
              </a:defRPr>
            </a:lvl2pPr>
            <a:lvl3pPr>
              <a:defRPr sz="2625" b="1">
                <a:solidFill>
                  <a:srgbClr val="193F30"/>
                </a:solidFill>
              </a:defRPr>
            </a:lvl3pPr>
            <a:lvl4pPr>
              <a:defRPr sz="2625" b="1">
                <a:solidFill>
                  <a:srgbClr val="193F30"/>
                </a:solidFill>
              </a:defRPr>
            </a:lvl4pPr>
            <a:lvl5pPr>
              <a:defRPr sz="2625" b="1">
                <a:solidFill>
                  <a:srgbClr val="193F30"/>
                </a:solidFill>
              </a:defRPr>
            </a:lvl5pPr>
            <a:lvl6pPr>
              <a:defRPr sz="2625" b="1">
                <a:solidFill>
                  <a:srgbClr val="193F30"/>
                </a:solidFill>
              </a:defRPr>
            </a:lvl6pPr>
            <a:lvl7pPr>
              <a:defRPr sz="2625" b="1">
                <a:solidFill>
                  <a:srgbClr val="193F30"/>
                </a:solidFill>
              </a:defRPr>
            </a:lvl7pPr>
            <a:lvl8pPr>
              <a:defRPr sz="2625" b="1">
                <a:solidFill>
                  <a:srgbClr val="193F30"/>
                </a:solidFill>
              </a:defRPr>
            </a:lvl8pPr>
            <a:lvl9pPr>
              <a:defRPr sz="2625" b="1">
                <a:solidFill>
                  <a:srgbClr val="193F30"/>
                </a:solidFill>
              </a:defRPr>
            </a:lvl9pPr>
          </a:lstStyle>
          <a:p xmlns:a="http://schemas.openxmlformats.org/drawingml/2006/main">
            <a:pPr>
              <a:defRPr sz="2625" b="1">
                <a:solidFill>
                  <a:srgbClr val="193F30"/>
                </a:solidFill>
              </a:defRPr>
            </a:pPr>
            <a:r>
              <a:rPr sz="2625" b="1">
                <a:solidFill>
                  <a:srgbClr val="193F30"/>
                </a:solidFill>
              </a:rPr>
              <a:t>Implemented</a:t>
            </a:r>
          </a:p>
        </p:txBody>
      </p:sp>
      <p:sp>
        <p:nvSpPr>
          <p:cNvPr id="5" name="built-detail">
            <a:extLst xmlns:a="http://schemas.openxmlformats.org/drawingml/2006/main">
              <a:ext uri="{FF2B5EF4-FFF2-40B4-BE49-F238E27FC236}">
                <a16:creationId xmlns:a16="http://schemas.microsoft.com/office/drawing/2014/main" id="{620B0D45-3214-4535-82F4-8C0B8089D0DD}"/>
              </a:ext>
            </a:extLst>
          </p:cNvPr>
          <p:cNvSpPr>
            <a:spLocks xmlns:a="http://schemas.openxmlformats.org/drawingml/2006/main" noGrp="1"/>
          </p:cNvSpPr>
          <p:nvPr/>
        </p:nvSpPr>
        <p:spPr>
          <a:xfrm xmlns:a="http://schemas.openxmlformats.org/drawingml/2006/main">
            <a:off x="666750" y="2705100"/>
            <a:ext cx="5238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626E63"/>
                </a:solidFill>
              </a:defRPr>
            </a:defPPr>
            <a:lvl1pPr>
              <a:defRPr sz="2025" b="0">
                <a:solidFill>
                  <a:srgbClr val="626E63"/>
                </a:solidFill>
              </a:defRPr>
            </a:lvl1pPr>
            <a:lvl2pPr>
              <a:defRPr sz="2025" b="0">
                <a:solidFill>
                  <a:srgbClr val="626E63"/>
                </a:solidFill>
              </a:defRPr>
            </a:lvl2pPr>
            <a:lvl3pPr>
              <a:defRPr sz="2025" b="0">
                <a:solidFill>
                  <a:srgbClr val="626E63"/>
                </a:solidFill>
              </a:defRPr>
            </a:lvl3pPr>
            <a:lvl4pPr>
              <a:defRPr sz="2025" b="0">
                <a:solidFill>
                  <a:srgbClr val="626E63"/>
                </a:solidFill>
              </a:defRPr>
            </a:lvl4pPr>
            <a:lvl5pPr>
              <a:defRPr sz="2025" b="0">
                <a:solidFill>
                  <a:srgbClr val="626E63"/>
                </a:solidFill>
              </a:defRPr>
            </a:lvl5pPr>
            <a:lvl6pPr>
              <a:defRPr sz="2025" b="0">
                <a:solidFill>
                  <a:srgbClr val="626E63"/>
                </a:solidFill>
              </a:defRPr>
            </a:lvl6pPr>
            <a:lvl7pPr>
              <a:defRPr sz="2025" b="0">
                <a:solidFill>
                  <a:srgbClr val="626E63"/>
                </a:solidFill>
              </a:defRPr>
            </a:lvl7pPr>
            <a:lvl8pPr>
              <a:defRPr sz="2025" b="0">
                <a:solidFill>
                  <a:srgbClr val="626E63"/>
                </a:solidFill>
              </a:defRPr>
            </a:lvl8pPr>
            <a:lvl9pPr>
              <a:defRPr sz="2025" b="0">
                <a:solidFill>
                  <a:srgbClr val="626E63"/>
                </a:solidFill>
              </a:defRPr>
            </a:lvl9pPr>
          </a:lstStyle>
          <a:p xmlns:a="http://schemas.openxmlformats.org/drawingml/2006/main">
            <a:pPr>
              <a:defRPr sz="2025" b="0">
                <a:solidFill>
                  <a:srgbClr val="626E63"/>
                </a:solidFill>
              </a:defRPr>
            </a:pPr>
            <a:r>
              <a:rPr sz="2025" b="0">
                <a:solidFill>
                  <a:srgbClr val="626E63"/>
                </a:solidFill>
              </a:rPr>
              <a:t>Resident and helper workspaces</a:t>
            </a:r>
          </a:p>
          <a:p xmlns:a="http://schemas.openxmlformats.org/drawingml/2006/main">
            <a:pPr>
              <a:defRPr sz="2025" b="0">
                <a:solidFill>
                  <a:srgbClr val="626E63"/>
                </a:solidFill>
              </a:defRPr>
            </a:pPr>
            <a:r>
              <a:rPr sz="2025" b="0">
                <a:solidFill>
                  <a:srgbClr val="626E63"/>
                </a:solidFill>
              </a:rPr>
              <a:t>Camera, photo, text and OCR</a:t>
            </a:r>
          </a:p>
          <a:p xmlns:a="http://schemas.openxmlformats.org/drawingml/2006/main">
            <a:pPr>
              <a:defRPr sz="2025" b="0">
                <a:solidFill>
                  <a:srgbClr val="626E63"/>
                </a:solidFill>
              </a:defRPr>
            </a:pPr>
            <a:r>
              <a:rPr sz="2025" b="0">
                <a:solidFill>
                  <a:srgbClr val="626E63"/>
                </a:solidFill>
              </a:rPr>
              <a:t>Editable history and pickup booking</a:t>
            </a:r>
          </a:p>
          <a:p xmlns:a="http://schemas.openxmlformats.org/drawingml/2006/main">
            <a:pPr>
              <a:defRPr sz="2025" b="0">
                <a:solidFill>
                  <a:srgbClr val="626E63"/>
                </a:solidFill>
              </a:defRPr>
            </a:pPr>
            <a:r>
              <a:rPr sz="2025" b="0">
                <a:solidFill>
                  <a:srgbClr val="626E63"/>
                </a:solidFill>
              </a:rPr>
              <a:t>Measured receipts and disputes</a:t>
            </a:r>
          </a:p>
          <a:p xmlns:a="http://schemas.openxmlformats.org/drawingml/2006/main">
            <a:pPr>
              <a:defRPr sz="2025" b="0">
                <a:solidFill>
                  <a:srgbClr val="626E63"/>
                </a:solidFill>
              </a:defRPr>
            </a:pPr>
            <a:r>
              <a:rPr sz="2025" b="0">
                <a:solidFill>
                  <a:srgbClr val="626E63"/>
                </a:solidFill>
              </a:rPr>
              <a:t>Plans, rewards and Operations records</a:t>
            </a:r>
          </a:p>
        </p:txBody>
      </p:sp>
      <p:sp>
        <p:nvSpPr>
          <p:cNvPr id="6" name="next-heading">
            <a:extLst xmlns:a="http://schemas.openxmlformats.org/drawingml/2006/main">
              <a:ext uri="{FF2B5EF4-FFF2-40B4-BE49-F238E27FC236}">
                <a16:creationId xmlns:a16="http://schemas.microsoft.com/office/drawing/2014/main" id="{9AD19EB6-6F58-4D2F-ABEC-5479A79805A7}"/>
              </a:ext>
            </a:extLst>
          </p:cNvPr>
          <p:cNvSpPr>
            <a:spLocks xmlns:a="http://schemas.openxmlformats.org/drawingml/2006/main" noGrp="1"/>
          </p:cNvSpPr>
          <p:nvPr/>
        </p:nvSpPr>
        <p:spPr>
          <a:xfrm xmlns:a="http://schemas.openxmlformats.org/drawingml/2006/main">
            <a:off x="6953250" y="1952625"/>
            <a:ext cx="457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1">
                <a:solidFill>
                  <a:srgbClr val="6C68A8"/>
                </a:solidFill>
              </a:defRPr>
            </a:defPPr>
            <a:lvl1pPr>
              <a:defRPr sz="2625" b="1">
                <a:solidFill>
                  <a:srgbClr val="6C68A8"/>
                </a:solidFill>
              </a:defRPr>
            </a:lvl1pPr>
            <a:lvl2pPr>
              <a:defRPr sz="2625" b="1">
                <a:solidFill>
                  <a:srgbClr val="6C68A8"/>
                </a:solidFill>
              </a:defRPr>
            </a:lvl2pPr>
            <a:lvl3pPr>
              <a:defRPr sz="2625" b="1">
                <a:solidFill>
                  <a:srgbClr val="6C68A8"/>
                </a:solidFill>
              </a:defRPr>
            </a:lvl3pPr>
            <a:lvl4pPr>
              <a:defRPr sz="2625" b="1">
                <a:solidFill>
                  <a:srgbClr val="6C68A8"/>
                </a:solidFill>
              </a:defRPr>
            </a:lvl4pPr>
            <a:lvl5pPr>
              <a:defRPr sz="2625" b="1">
                <a:solidFill>
                  <a:srgbClr val="6C68A8"/>
                </a:solidFill>
              </a:defRPr>
            </a:lvl5pPr>
            <a:lvl6pPr>
              <a:defRPr sz="2625" b="1">
                <a:solidFill>
                  <a:srgbClr val="6C68A8"/>
                </a:solidFill>
              </a:defRPr>
            </a:lvl6pPr>
            <a:lvl7pPr>
              <a:defRPr sz="2625" b="1">
                <a:solidFill>
                  <a:srgbClr val="6C68A8"/>
                </a:solidFill>
              </a:defRPr>
            </a:lvl7pPr>
            <a:lvl8pPr>
              <a:defRPr sz="2625" b="1">
                <a:solidFill>
                  <a:srgbClr val="6C68A8"/>
                </a:solidFill>
              </a:defRPr>
            </a:lvl8pPr>
            <a:lvl9pPr>
              <a:defRPr sz="2625" b="1">
                <a:solidFill>
                  <a:srgbClr val="6C68A8"/>
                </a:solidFill>
              </a:defRPr>
            </a:lvl9pPr>
          </a:lstStyle>
          <a:p xmlns:a="http://schemas.openxmlformats.org/drawingml/2006/main">
            <a:pPr>
              <a:defRPr sz="2625" b="1">
                <a:solidFill>
                  <a:srgbClr val="6C68A8"/>
                </a:solidFill>
              </a:defRPr>
            </a:pPr>
            <a:r>
              <a:rPr sz="2625" b="1">
                <a:solidFill>
                  <a:srgbClr val="6C68A8"/>
                </a:solidFill>
              </a:rPr>
              <a:t>Before public launch</a:t>
            </a:r>
          </a:p>
        </p:txBody>
      </p:sp>
      <p:sp>
        <p:nvSpPr>
          <p:cNvPr id="7" name="next-detail">
            <a:extLst xmlns:a="http://schemas.openxmlformats.org/drawingml/2006/main">
              <a:ext uri="{FF2B5EF4-FFF2-40B4-BE49-F238E27FC236}">
                <a16:creationId xmlns:a16="http://schemas.microsoft.com/office/drawing/2014/main" id="{F1A1EB2A-FDD1-410C-879D-594EB72CC26D}"/>
              </a:ext>
            </a:extLst>
          </p:cNvPr>
          <p:cNvSpPr>
            <a:spLocks xmlns:a="http://schemas.openxmlformats.org/drawingml/2006/main" noGrp="1"/>
          </p:cNvSpPr>
          <p:nvPr/>
        </p:nvSpPr>
        <p:spPr>
          <a:xfrm xmlns:a="http://schemas.openxmlformats.org/drawingml/2006/main">
            <a:off x="6953250" y="2705100"/>
            <a:ext cx="4572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626E63"/>
                </a:solidFill>
              </a:defRPr>
            </a:defPPr>
            <a:lvl1pPr>
              <a:defRPr sz="2025" b="0">
                <a:solidFill>
                  <a:srgbClr val="626E63"/>
                </a:solidFill>
              </a:defRPr>
            </a:lvl1pPr>
            <a:lvl2pPr>
              <a:defRPr sz="2025" b="0">
                <a:solidFill>
                  <a:srgbClr val="626E63"/>
                </a:solidFill>
              </a:defRPr>
            </a:lvl2pPr>
            <a:lvl3pPr>
              <a:defRPr sz="2025" b="0">
                <a:solidFill>
                  <a:srgbClr val="626E63"/>
                </a:solidFill>
              </a:defRPr>
            </a:lvl3pPr>
            <a:lvl4pPr>
              <a:defRPr sz="2025" b="0">
                <a:solidFill>
                  <a:srgbClr val="626E63"/>
                </a:solidFill>
              </a:defRPr>
            </a:lvl4pPr>
            <a:lvl5pPr>
              <a:defRPr sz="2025" b="0">
                <a:solidFill>
                  <a:srgbClr val="626E63"/>
                </a:solidFill>
              </a:defRPr>
            </a:lvl5pPr>
            <a:lvl6pPr>
              <a:defRPr sz="2025" b="0">
                <a:solidFill>
                  <a:srgbClr val="626E63"/>
                </a:solidFill>
              </a:defRPr>
            </a:lvl6pPr>
            <a:lvl7pPr>
              <a:defRPr sz="2025" b="0">
                <a:solidFill>
                  <a:srgbClr val="626E63"/>
                </a:solidFill>
              </a:defRPr>
            </a:lvl7pPr>
            <a:lvl8pPr>
              <a:defRPr sz="2025" b="0">
                <a:solidFill>
                  <a:srgbClr val="626E63"/>
                </a:solidFill>
              </a:defRPr>
            </a:lvl8pPr>
            <a:lvl9pPr>
              <a:defRPr sz="2025" b="0">
                <a:solidFill>
                  <a:srgbClr val="626E63"/>
                </a:solidFill>
              </a:defRPr>
            </a:lvl9pPr>
          </a:lstStyle>
          <a:p xmlns:a="http://schemas.openxmlformats.org/drawingml/2006/main">
            <a:pPr>
              <a:defRPr sz="2025" b="0">
                <a:solidFill>
                  <a:srgbClr val="626E63"/>
                </a:solidFill>
              </a:defRPr>
            </a:pPr>
            <a:r>
              <a:rPr sz="2025" b="0">
                <a:solidFill>
                  <a:srgbClr val="626E63"/>
                </a:solidFill>
              </a:rPr>
              <a:t>Physical-device and field trials</a:t>
            </a:r>
          </a:p>
          <a:p xmlns:a="http://schemas.openxmlformats.org/drawingml/2006/main">
            <a:pPr>
              <a:defRPr sz="2025" b="0">
                <a:solidFill>
                  <a:srgbClr val="626E63"/>
                </a:solidFill>
              </a:defRPr>
            </a:pPr>
            <a:r>
              <a:rPr sz="2025" b="0">
                <a:solidFill>
                  <a:srgbClr val="626E63"/>
                </a:solidFill>
              </a:rPr>
              <a:t>Staffed collection area</a:t>
            </a:r>
          </a:p>
          <a:p xmlns:a="http://schemas.openxmlformats.org/drawingml/2006/main">
            <a:pPr>
              <a:defRPr sz="2025" b="0">
                <a:solidFill>
                  <a:srgbClr val="626E63"/>
                </a:solidFill>
              </a:defRPr>
            </a:pPr>
            <a:r>
              <a:rPr sz="2025" b="0">
                <a:solidFill>
                  <a:srgbClr val="626E63"/>
                </a:solidFill>
              </a:rPr>
              <a:t>Confirmed receiving partners</a:t>
            </a:r>
          </a:p>
          <a:p xmlns:a="http://schemas.openxmlformats.org/drawingml/2006/main">
            <a:pPr>
              <a:defRPr sz="2025" b="0">
                <a:solidFill>
                  <a:srgbClr val="626E63"/>
                </a:solidFill>
              </a:defRPr>
            </a:pPr>
            <a:r>
              <a:rPr sz="2025" b="0">
                <a:solidFill>
                  <a:srgbClr val="626E63"/>
                </a:solidFill>
              </a:rPr>
              <a:t>Measured operating costs</a:t>
            </a:r>
          </a:p>
          <a:p xmlns:a="http://schemas.openxmlformats.org/drawingml/2006/main">
            <a:pPr>
              <a:defRPr sz="2025" b="0">
                <a:solidFill>
                  <a:srgbClr val="626E63"/>
                </a:solidFill>
              </a:defRPr>
            </a:pPr>
            <a:r>
              <a:rPr sz="2025" b="0">
                <a:solidFill>
                  <a:srgbClr val="626E63"/>
                </a:solidFill>
              </a:rPr>
              <a:t>Full checkout and webhook tests</a:t>
            </a:r>
          </a:p>
        </p:txBody>
      </p:sp>
      <p:sp>
        <p:nvSpPr>
          <p:cNvPr id="8" name="stack">
            <a:extLst xmlns:a="http://schemas.openxmlformats.org/drawingml/2006/main">
              <a:ext uri="{FF2B5EF4-FFF2-40B4-BE49-F238E27FC236}">
                <a16:creationId xmlns:a16="http://schemas.microsoft.com/office/drawing/2014/main" id="{222CD94E-5C02-4950-BF21-66B08F6CE6C9}"/>
              </a:ext>
            </a:extLst>
          </p:cNvPr>
          <p:cNvSpPr>
            <a:spLocks xmlns:a="http://schemas.openxmlformats.org/drawingml/2006/main" noGrp="1"/>
          </p:cNvSpPr>
          <p:nvPr/>
        </p:nvSpPr>
        <p:spPr>
          <a:xfrm xmlns:a="http://schemas.openxmlformats.org/drawingml/2006/main">
            <a:off x="666750" y="56483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626E63"/>
                </a:solidFill>
              </a:defRPr>
            </a:defPPr>
            <a:lvl1pPr>
              <a:defRPr sz="1725" b="0">
                <a:solidFill>
                  <a:srgbClr val="626E63"/>
                </a:solidFill>
              </a:defRPr>
            </a:lvl1pPr>
            <a:lvl2pPr>
              <a:defRPr sz="1725" b="0">
                <a:solidFill>
                  <a:srgbClr val="626E63"/>
                </a:solidFill>
              </a:defRPr>
            </a:lvl2pPr>
            <a:lvl3pPr>
              <a:defRPr sz="1725" b="0">
                <a:solidFill>
                  <a:srgbClr val="626E63"/>
                </a:solidFill>
              </a:defRPr>
            </a:lvl3pPr>
            <a:lvl4pPr>
              <a:defRPr sz="1725" b="0">
                <a:solidFill>
                  <a:srgbClr val="626E63"/>
                </a:solidFill>
              </a:defRPr>
            </a:lvl4pPr>
            <a:lvl5pPr>
              <a:defRPr sz="1725" b="0">
                <a:solidFill>
                  <a:srgbClr val="626E63"/>
                </a:solidFill>
              </a:defRPr>
            </a:lvl5pPr>
            <a:lvl6pPr>
              <a:defRPr sz="1725" b="0">
                <a:solidFill>
                  <a:srgbClr val="626E63"/>
                </a:solidFill>
              </a:defRPr>
            </a:lvl6pPr>
            <a:lvl7pPr>
              <a:defRPr sz="1725" b="0">
                <a:solidFill>
                  <a:srgbClr val="626E63"/>
                </a:solidFill>
              </a:defRPr>
            </a:lvl7pPr>
            <a:lvl8pPr>
              <a:defRPr sz="1725" b="0">
                <a:solidFill>
                  <a:srgbClr val="626E63"/>
                </a:solidFill>
              </a:defRPr>
            </a:lvl8pPr>
            <a:lvl9pPr>
              <a:defRPr sz="1725" b="0">
                <a:solidFill>
                  <a:srgbClr val="626E63"/>
                </a:solidFill>
              </a:defRPr>
            </a:lvl9pPr>
          </a:lstStyle>
          <a:p xmlns:a="http://schemas.openxmlformats.org/drawingml/2006/main">
            <a:pPr>
              <a:defRPr sz="1725" b="0">
                <a:solidFill>
                  <a:srgbClr val="626E63"/>
                </a:solidFill>
              </a:defRPr>
            </a:pPr>
            <a:r>
              <a:rPr sz="1725" b="0">
                <a:solidFill>
                  <a:srgbClr val="626E63"/>
                </a:solidFill>
              </a:rPr>
              <a:t>Next.js + MongoDB   /   Gemini + browser OCR   /   Razorpay test integration</a:t>
            </a:r>
          </a:p>
        </p:txBody>
      </p:sp>
    </p:spTree>
    <p:extLst>
      <p:ext uri="{BB962C8B-B14F-4D97-AF65-F5344CB8AC3E}">
        <p14:creationId xmlns:p14="http://schemas.microsoft.com/office/powerpoint/2010/main" val="854347934"/>
      </p:ext>
    </p:extLst>
  </p:cSld>
</p:sld>
</file>

<file path=ppt/slides/slide9.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F6ECD713-DAC4-4532-8A56-1238AE269C5D}"/>
              </a:ext>
            </a:extLst>
          </p:cNvPr>
          <p:cNvSpPr>
            <a:spLocks xmlns:a="http://schemas.openxmlformats.org/drawingml/2006/main" noGrp="1"/>
          </p:cNvSpPr>
          <p:nvPr/>
        </p:nvSpPr>
        <p:spPr>
          <a:xfrm xmlns:a="http://schemas.openxmlformats.org/drawingml/2006/main">
            <a:off x="647700" y="55245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193F30"/>
                </a:solidFill>
              </a:defRPr>
            </a:defPPr>
            <a:lvl1pPr>
              <a:defRPr sz="3600" b="1">
                <a:solidFill>
                  <a:srgbClr val="193F30"/>
                </a:solidFill>
              </a:defRPr>
            </a:lvl1pPr>
            <a:lvl2pPr>
              <a:defRPr sz="3600" b="1">
                <a:solidFill>
                  <a:srgbClr val="193F30"/>
                </a:solidFill>
              </a:defRPr>
            </a:lvl2pPr>
            <a:lvl3pPr>
              <a:defRPr sz="3600" b="1">
                <a:solidFill>
                  <a:srgbClr val="193F30"/>
                </a:solidFill>
              </a:defRPr>
            </a:lvl3pPr>
            <a:lvl4pPr>
              <a:defRPr sz="3600" b="1">
                <a:solidFill>
                  <a:srgbClr val="193F30"/>
                </a:solidFill>
              </a:defRPr>
            </a:lvl4pPr>
            <a:lvl5pPr>
              <a:defRPr sz="3600" b="1">
                <a:solidFill>
                  <a:srgbClr val="193F30"/>
                </a:solidFill>
              </a:defRPr>
            </a:lvl5pPr>
            <a:lvl6pPr>
              <a:defRPr sz="3600" b="1">
                <a:solidFill>
                  <a:srgbClr val="193F30"/>
                </a:solidFill>
              </a:defRPr>
            </a:lvl6pPr>
            <a:lvl7pPr>
              <a:defRPr sz="3600" b="1">
                <a:solidFill>
                  <a:srgbClr val="193F30"/>
                </a:solidFill>
              </a:defRPr>
            </a:lvl7pPr>
            <a:lvl8pPr>
              <a:defRPr sz="3600" b="1">
                <a:solidFill>
                  <a:srgbClr val="193F30"/>
                </a:solidFill>
              </a:defRPr>
            </a:lvl8pPr>
            <a:lvl9pPr>
              <a:defRPr sz="3600" b="1">
                <a:solidFill>
                  <a:srgbClr val="193F30"/>
                </a:solidFill>
              </a:defRPr>
            </a:lvl9pPr>
          </a:lstStyle>
          <a:p xmlns:a="http://schemas.openxmlformats.org/drawingml/2006/main">
            <a:pPr>
              <a:defRPr sz="3600" b="1">
                <a:solidFill>
                  <a:srgbClr val="193F30"/>
                </a:solidFill>
              </a:defRPr>
            </a:pPr>
            <a:r>
              <a:rPr sz="3600" b="1">
                <a:solidFill>
                  <a:srgbClr val="193F30"/>
                </a:solidFill>
              </a:rPr>
              <a:t>The pilot must prove collection economics</a:t>
            </a:r>
          </a:p>
        </p:txBody>
      </p:sp>
      <p:sp>
        <p:nvSpPr>
          <p:cNvPr id="2" name="brand">
            <a:extLst xmlns:a="http://schemas.openxmlformats.org/drawingml/2006/main">
              <a:ext uri="{FF2B5EF4-FFF2-40B4-BE49-F238E27FC236}">
                <a16:creationId xmlns:a16="http://schemas.microsoft.com/office/drawing/2014/main" id="{8E7DE8AC-6A32-44D2-B1BD-315F28E5AEB9}"/>
              </a:ext>
            </a:extLst>
          </p:cNvPr>
          <p:cNvSpPr>
            <a:spLocks xmlns:a="http://schemas.openxmlformats.org/drawingml/2006/main" noGrp="1"/>
          </p:cNvSpPr>
          <p:nvPr/>
        </p:nvSpPr>
        <p:spPr>
          <a:xfrm xmlns:a="http://schemas.openxmlformats.org/drawingml/2006/main">
            <a:off x="647700" y="636270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6E63"/>
                </a:solidFill>
              </a:defRPr>
            </a:defPPr>
            <a:lvl1pPr>
              <a:defRPr sz="1350" b="0">
                <a:solidFill>
                  <a:srgbClr val="626E63"/>
                </a:solidFill>
              </a:defRPr>
            </a:lvl1pPr>
            <a:lvl2pPr>
              <a:defRPr sz="1350" b="0">
                <a:solidFill>
                  <a:srgbClr val="626E63"/>
                </a:solidFill>
              </a:defRPr>
            </a:lvl2pPr>
            <a:lvl3pPr>
              <a:defRPr sz="1350" b="0">
                <a:solidFill>
                  <a:srgbClr val="626E63"/>
                </a:solidFill>
              </a:defRPr>
            </a:lvl3pPr>
            <a:lvl4pPr>
              <a:defRPr sz="1350" b="0">
                <a:solidFill>
                  <a:srgbClr val="626E63"/>
                </a:solidFill>
              </a:defRPr>
            </a:lvl4pPr>
            <a:lvl5pPr>
              <a:defRPr sz="1350" b="0">
                <a:solidFill>
                  <a:srgbClr val="626E63"/>
                </a:solidFill>
              </a:defRPr>
            </a:lvl5pPr>
            <a:lvl6pPr>
              <a:defRPr sz="1350" b="0">
                <a:solidFill>
                  <a:srgbClr val="626E63"/>
                </a:solidFill>
              </a:defRPr>
            </a:lvl6pPr>
            <a:lvl7pPr>
              <a:defRPr sz="1350" b="0">
                <a:solidFill>
                  <a:srgbClr val="626E63"/>
                </a:solidFill>
              </a:defRPr>
            </a:lvl7pPr>
            <a:lvl8pPr>
              <a:defRPr sz="1350" b="0">
                <a:solidFill>
                  <a:srgbClr val="626E63"/>
                </a:solidFill>
              </a:defRPr>
            </a:lvl8pPr>
            <a:lvl9pPr>
              <a:defRPr sz="1350" b="0">
                <a:solidFill>
                  <a:srgbClr val="626E63"/>
                </a:solidFill>
              </a:defRPr>
            </a:lvl9pPr>
          </a:lstStyle>
          <a:p xmlns:a="http://schemas.openxmlformats.org/drawingml/2006/main">
            <a:pPr>
              <a:defRPr sz="1350" b="0">
                <a:solidFill>
                  <a:srgbClr val="626E63"/>
                </a:solidFill>
              </a:defRPr>
            </a:pPr>
            <a:r>
              <a:rPr sz="1350" b="0">
                <a:solidFill>
                  <a:srgbClr val="626E63"/>
                </a:solidFill>
              </a:rPr>
              <a:t>Waste Right</a:t>
            </a:r>
          </a:p>
        </p:txBody>
      </p:sp>
      <p:sp>
        <p:nvSpPr>
          <p:cNvPr id="3" name="page-number">
            <a:extLst xmlns:a="http://schemas.openxmlformats.org/drawingml/2006/main">
              <a:ext uri="{FF2B5EF4-FFF2-40B4-BE49-F238E27FC236}">
                <a16:creationId xmlns:a16="http://schemas.microsoft.com/office/drawing/2014/main" id="{ABAFD9DF-63B9-4079-8A81-625429B6859C}"/>
              </a:ext>
            </a:extLst>
          </p:cNvPr>
          <p:cNvSpPr>
            <a:spLocks xmlns:a="http://schemas.openxmlformats.org/drawingml/2006/main" noGrp="1"/>
          </p:cNvSpPr>
          <p:nvPr/>
        </p:nvSpPr>
        <p:spPr>
          <a:xfrm xmlns:a="http://schemas.openxmlformats.org/drawingml/2006/main">
            <a:off x="11049000" y="63627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6E63"/>
                </a:solidFill>
              </a:defRPr>
            </a:defPPr>
            <a:lvl1pPr>
              <a:defRPr sz="1350" b="0">
                <a:solidFill>
                  <a:srgbClr val="626E63"/>
                </a:solidFill>
              </a:defRPr>
            </a:lvl1pPr>
            <a:lvl2pPr>
              <a:defRPr sz="1350" b="0">
                <a:solidFill>
                  <a:srgbClr val="626E63"/>
                </a:solidFill>
              </a:defRPr>
            </a:lvl2pPr>
            <a:lvl3pPr>
              <a:defRPr sz="1350" b="0">
                <a:solidFill>
                  <a:srgbClr val="626E63"/>
                </a:solidFill>
              </a:defRPr>
            </a:lvl3pPr>
            <a:lvl4pPr>
              <a:defRPr sz="1350" b="0">
                <a:solidFill>
                  <a:srgbClr val="626E63"/>
                </a:solidFill>
              </a:defRPr>
            </a:lvl4pPr>
            <a:lvl5pPr>
              <a:defRPr sz="1350" b="0">
                <a:solidFill>
                  <a:srgbClr val="626E63"/>
                </a:solidFill>
              </a:defRPr>
            </a:lvl5pPr>
            <a:lvl6pPr>
              <a:defRPr sz="1350" b="0">
                <a:solidFill>
                  <a:srgbClr val="626E63"/>
                </a:solidFill>
              </a:defRPr>
            </a:lvl6pPr>
            <a:lvl7pPr>
              <a:defRPr sz="1350" b="0">
                <a:solidFill>
                  <a:srgbClr val="626E63"/>
                </a:solidFill>
              </a:defRPr>
            </a:lvl7pPr>
            <a:lvl8pPr>
              <a:defRPr sz="1350" b="0">
                <a:solidFill>
                  <a:srgbClr val="626E63"/>
                </a:solidFill>
              </a:defRPr>
            </a:lvl8pPr>
            <a:lvl9pPr>
              <a:defRPr sz="1350" b="0">
                <a:solidFill>
                  <a:srgbClr val="626E63"/>
                </a:solidFill>
              </a:defRPr>
            </a:lvl9pPr>
          </a:lstStyle>
          <a:p xmlns:a="http://schemas.openxmlformats.org/drawingml/2006/main">
            <a:pPr>
              <a:defRPr sz="1350" b="0">
                <a:solidFill>
                  <a:srgbClr val="626E63"/>
                </a:solidFill>
              </a:defRPr>
            </a:pPr>
            <a:r>
              <a:rPr sz="1350" b="0">
                <a:solidFill>
                  <a:srgbClr val="626E63"/>
                </a:solidFill>
              </a:rPr>
              <a:t>09</a:t>
            </a:r>
          </a:p>
        </p:txBody>
      </p:sp>
      <p:sp>
        <p:nvSpPr>
          <p:cNvPr id="4" name="scenario">
            <a:extLst xmlns:a="http://schemas.openxmlformats.org/drawingml/2006/main">
              <a:ext uri="{FF2B5EF4-FFF2-40B4-BE49-F238E27FC236}">
                <a16:creationId xmlns:a16="http://schemas.microsoft.com/office/drawing/2014/main" id="{DD5A144D-B6F4-406C-9C43-38D7C06B30F5}"/>
              </a:ext>
            </a:extLst>
          </p:cNvPr>
          <p:cNvSpPr>
            <a:spLocks xmlns:a="http://schemas.openxmlformats.org/drawingml/2006/main" noGrp="1"/>
          </p:cNvSpPr>
          <p:nvPr/>
        </p:nvSpPr>
        <p:spPr>
          <a:xfrm xmlns:a="http://schemas.openxmlformats.org/drawingml/2006/main">
            <a:off x="666750" y="18573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626E63"/>
                </a:solidFill>
              </a:defRPr>
            </a:defPPr>
            <a:lvl1pPr>
              <a:defRPr sz="2100" b="0">
                <a:solidFill>
                  <a:srgbClr val="626E63"/>
                </a:solidFill>
              </a:defRPr>
            </a:lvl1pPr>
            <a:lvl2pPr>
              <a:defRPr sz="2100" b="0">
                <a:solidFill>
                  <a:srgbClr val="626E63"/>
                </a:solidFill>
              </a:defRPr>
            </a:lvl2pPr>
            <a:lvl3pPr>
              <a:defRPr sz="2100" b="0">
                <a:solidFill>
                  <a:srgbClr val="626E63"/>
                </a:solidFill>
              </a:defRPr>
            </a:lvl3pPr>
            <a:lvl4pPr>
              <a:defRPr sz="2100" b="0">
                <a:solidFill>
                  <a:srgbClr val="626E63"/>
                </a:solidFill>
              </a:defRPr>
            </a:lvl4pPr>
            <a:lvl5pPr>
              <a:defRPr sz="2100" b="0">
                <a:solidFill>
                  <a:srgbClr val="626E63"/>
                </a:solidFill>
              </a:defRPr>
            </a:lvl5pPr>
            <a:lvl6pPr>
              <a:defRPr sz="2100" b="0">
                <a:solidFill>
                  <a:srgbClr val="626E63"/>
                </a:solidFill>
              </a:defRPr>
            </a:lvl6pPr>
            <a:lvl7pPr>
              <a:defRPr sz="2100" b="0">
                <a:solidFill>
                  <a:srgbClr val="626E63"/>
                </a:solidFill>
              </a:defRPr>
            </a:lvl7pPr>
            <a:lvl8pPr>
              <a:defRPr sz="2100" b="0">
                <a:solidFill>
                  <a:srgbClr val="626E63"/>
                </a:solidFill>
              </a:defRPr>
            </a:lvl8pPr>
            <a:lvl9pPr>
              <a:defRPr sz="2100" b="0">
                <a:solidFill>
                  <a:srgbClr val="626E63"/>
                </a:solidFill>
              </a:defRPr>
            </a:lvl9pPr>
          </a:lstStyle>
          <a:p xmlns:a="http://schemas.openxmlformats.org/drawingml/2006/main">
            <a:pPr>
              <a:defRPr sz="2100" b="0">
                <a:solidFill>
                  <a:srgbClr val="626E63"/>
                </a:solidFill>
              </a:defRPr>
            </a:pPr>
            <a:r>
              <a:rPr sz="2100" b="0">
                <a:solidFill>
                  <a:srgbClr val="626E63"/>
                </a:solidFill>
              </a:rPr>
              <a:t>Illustration: 20 Gold + 10 Platinum households</a:t>
            </a:r>
          </a:p>
        </p:txBody>
      </p:sp>
      <p:sp>
        <p:nvSpPr>
          <p:cNvPr id="5" name="revenue">
            <a:extLst xmlns:a="http://schemas.openxmlformats.org/drawingml/2006/main">
              <a:ext uri="{FF2B5EF4-FFF2-40B4-BE49-F238E27FC236}">
                <a16:creationId xmlns:a16="http://schemas.microsoft.com/office/drawing/2014/main" id="{62B96629-0949-4083-B453-18245B558BD8}"/>
              </a:ext>
            </a:extLst>
          </p:cNvPr>
          <p:cNvSpPr>
            <a:spLocks xmlns:a="http://schemas.openxmlformats.org/drawingml/2006/main" noGrp="1"/>
          </p:cNvSpPr>
          <p:nvPr/>
        </p:nvSpPr>
        <p:spPr>
          <a:xfrm xmlns:a="http://schemas.openxmlformats.org/drawingml/2006/main">
            <a:off x="666750" y="2705100"/>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000" b="1">
                <a:solidFill>
                  <a:srgbClr val="193F30"/>
                </a:solidFill>
              </a:defRPr>
            </a:defPPr>
            <a:lvl1pPr>
              <a:defRPr sz="6000" b="1">
                <a:solidFill>
                  <a:srgbClr val="193F30"/>
                </a:solidFill>
              </a:defRPr>
            </a:lvl1pPr>
            <a:lvl2pPr>
              <a:defRPr sz="6000" b="1">
                <a:solidFill>
                  <a:srgbClr val="193F30"/>
                </a:solidFill>
              </a:defRPr>
            </a:lvl2pPr>
            <a:lvl3pPr>
              <a:defRPr sz="6000" b="1">
                <a:solidFill>
                  <a:srgbClr val="193F30"/>
                </a:solidFill>
              </a:defRPr>
            </a:lvl3pPr>
            <a:lvl4pPr>
              <a:defRPr sz="6000" b="1">
                <a:solidFill>
                  <a:srgbClr val="193F30"/>
                </a:solidFill>
              </a:defRPr>
            </a:lvl4pPr>
            <a:lvl5pPr>
              <a:defRPr sz="6000" b="1">
                <a:solidFill>
                  <a:srgbClr val="193F30"/>
                </a:solidFill>
              </a:defRPr>
            </a:lvl5pPr>
            <a:lvl6pPr>
              <a:defRPr sz="6000" b="1">
                <a:solidFill>
                  <a:srgbClr val="193F30"/>
                </a:solidFill>
              </a:defRPr>
            </a:lvl6pPr>
            <a:lvl7pPr>
              <a:defRPr sz="6000" b="1">
                <a:solidFill>
                  <a:srgbClr val="193F30"/>
                </a:solidFill>
              </a:defRPr>
            </a:lvl7pPr>
            <a:lvl8pPr>
              <a:defRPr sz="6000" b="1">
                <a:solidFill>
                  <a:srgbClr val="193F30"/>
                </a:solidFill>
              </a:defRPr>
            </a:lvl8pPr>
            <a:lvl9pPr>
              <a:defRPr sz="6000" b="1">
                <a:solidFill>
                  <a:srgbClr val="193F30"/>
                </a:solidFill>
              </a:defRPr>
            </a:lvl9pPr>
          </a:lstStyle>
          <a:p xmlns:a="http://schemas.openxmlformats.org/drawingml/2006/main">
            <a:pPr>
              <a:defRPr sz="6000" b="1">
                <a:solidFill>
                  <a:srgbClr val="193F30"/>
                </a:solidFill>
              </a:defRPr>
            </a:pPr>
            <a:r>
              <a:rPr sz="6000" b="1">
                <a:solidFill>
                  <a:srgbClr val="193F30"/>
                </a:solidFill>
              </a:rPr>
              <a:t>₹18,970</a:t>
            </a:r>
          </a:p>
        </p:txBody>
      </p:sp>
      <p:sp>
        <p:nvSpPr>
          <p:cNvPr id="6" name="revenue-label">
            <a:extLst xmlns:a="http://schemas.openxmlformats.org/drawingml/2006/main">
              <a:ext uri="{FF2B5EF4-FFF2-40B4-BE49-F238E27FC236}">
                <a16:creationId xmlns:a16="http://schemas.microsoft.com/office/drawing/2014/main" id="{848BC54F-15B6-485B-A657-10AE02E9D3B4}"/>
              </a:ext>
            </a:extLst>
          </p:cNvPr>
          <p:cNvSpPr>
            <a:spLocks xmlns:a="http://schemas.openxmlformats.org/drawingml/2006/main" noGrp="1"/>
          </p:cNvSpPr>
          <p:nvPr/>
        </p:nvSpPr>
        <p:spPr>
          <a:xfrm xmlns:a="http://schemas.openxmlformats.org/drawingml/2006/main">
            <a:off x="666750" y="382905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626E63"/>
                </a:solidFill>
              </a:defRPr>
            </a:defPPr>
            <a:lvl1pPr>
              <a:defRPr sz="2100" b="0">
                <a:solidFill>
                  <a:srgbClr val="626E63"/>
                </a:solidFill>
              </a:defRPr>
            </a:lvl1pPr>
            <a:lvl2pPr>
              <a:defRPr sz="2100" b="0">
                <a:solidFill>
                  <a:srgbClr val="626E63"/>
                </a:solidFill>
              </a:defRPr>
            </a:lvl2pPr>
            <a:lvl3pPr>
              <a:defRPr sz="2100" b="0">
                <a:solidFill>
                  <a:srgbClr val="626E63"/>
                </a:solidFill>
              </a:defRPr>
            </a:lvl3pPr>
            <a:lvl4pPr>
              <a:defRPr sz="2100" b="0">
                <a:solidFill>
                  <a:srgbClr val="626E63"/>
                </a:solidFill>
              </a:defRPr>
            </a:lvl4pPr>
            <a:lvl5pPr>
              <a:defRPr sz="2100" b="0">
                <a:solidFill>
                  <a:srgbClr val="626E63"/>
                </a:solidFill>
              </a:defRPr>
            </a:lvl5pPr>
            <a:lvl6pPr>
              <a:defRPr sz="2100" b="0">
                <a:solidFill>
                  <a:srgbClr val="626E63"/>
                </a:solidFill>
              </a:defRPr>
            </a:lvl6pPr>
            <a:lvl7pPr>
              <a:defRPr sz="2100" b="0">
                <a:solidFill>
                  <a:srgbClr val="626E63"/>
                </a:solidFill>
              </a:defRPr>
            </a:lvl7pPr>
            <a:lvl8pPr>
              <a:defRPr sz="2100" b="0">
                <a:solidFill>
                  <a:srgbClr val="626E63"/>
                </a:solidFill>
              </a:defRPr>
            </a:lvl8pPr>
            <a:lvl9pPr>
              <a:defRPr sz="2100" b="0">
                <a:solidFill>
                  <a:srgbClr val="626E63"/>
                </a:solidFill>
              </a:defRPr>
            </a:lvl9pPr>
          </a:lstStyle>
          <a:p xmlns:a="http://schemas.openxmlformats.org/drawingml/2006/main">
            <a:pPr>
              <a:defRPr sz="2100" b="0">
                <a:solidFill>
                  <a:srgbClr val="626E63"/>
                </a:solidFill>
              </a:defRPr>
            </a:pPr>
            <a:r>
              <a:rPr sz="2100" b="0">
                <a:solidFill>
                  <a:srgbClr val="626E63"/>
                </a:solidFill>
              </a:rPr>
              <a:t>monthly subscription revenue</a:t>
            </a:r>
          </a:p>
        </p:txBody>
      </p:sp>
      <p:sp>
        <p:nvSpPr>
          <p:cNvPr id="7" name="pickups">
            <a:extLst xmlns:a="http://schemas.openxmlformats.org/drawingml/2006/main">
              <a:ext uri="{FF2B5EF4-FFF2-40B4-BE49-F238E27FC236}">
                <a16:creationId xmlns:a16="http://schemas.microsoft.com/office/drawing/2014/main" id="{8904F9A5-9E41-4627-90E3-2C179075D89C}"/>
              </a:ext>
            </a:extLst>
          </p:cNvPr>
          <p:cNvSpPr>
            <a:spLocks xmlns:a="http://schemas.openxmlformats.org/drawingml/2006/main" noGrp="1"/>
          </p:cNvSpPr>
          <p:nvPr/>
        </p:nvSpPr>
        <p:spPr>
          <a:xfrm xmlns:a="http://schemas.openxmlformats.org/drawingml/2006/main">
            <a:off x="7200900" y="2705100"/>
            <a:ext cx="428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000" b="1">
                <a:solidFill>
                  <a:srgbClr val="193F30"/>
                </a:solidFill>
              </a:defRPr>
            </a:defPPr>
            <a:lvl1pPr>
              <a:defRPr sz="6000" b="1">
                <a:solidFill>
                  <a:srgbClr val="193F30"/>
                </a:solidFill>
              </a:defRPr>
            </a:lvl1pPr>
            <a:lvl2pPr>
              <a:defRPr sz="6000" b="1">
                <a:solidFill>
                  <a:srgbClr val="193F30"/>
                </a:solidFill>
              </a:defRPr>
            </a:lvl2pPr>
            <a:lvl3pPr>
              <a:defRPr sz="6000" b="1">
                <a:solidFill>
                  <a:srgbClr val="193F30"/>
                </a:solidFill>
              </a:defRPr>
            </a:lvl3pPr>
            <a:lvl4pPr>
              <a:defRPr sz="6000" b="1">
                <a:solidFill>
                  <a:srgbClr val="193F30"/>
                </a:solidFill>
              </a:defRPr>
            </a:lvl4pPr>
            <a:lvl5pPr>
              <a:defRPr sz="6000" b="1">
                <a:solidFill>
                  <a:srgbClr val="193F30"/>
                </a:solidFill>
              </a:defRPr>
            </a:lvl5pPr>
            <a:lvl6pPr>
              <a:defRPr sz="6000" b="1">
                <a:solidFill>
                  <a:srgbClr val="193F30"/>
                </a:solidFill>
              </a:defRPr>
            </a:lvl6pPr>
            <a:lvl7pPr>
              <a:defRPr sz="6000" b="1">
                <a:solidFill>
                  <a:srgbClr val="193F30"/>
                </a:solidFill>
              </a:defRPr>
            </a:lvl7pPr>
            <a:lvl8pPr>
              <a:defRPr sz="6000" b="1">
                <a:solidFill>
                  <a:srgbClr val="193F30"/>
                </a:solidFill>
              </a:defRPr>
            </a:lvl8pPr>
            <a:lvl9pPr>
              <a:defRPr sz="6000" b="1">
                <a:solidFill>
                  <a:srgbClr val="193F30"/>
                </a:solidFill>
              </a:defRPr>
            </a:lvl9pPr>
          </a:lstStyle>
          <a:p xmlns:a="http://schemas.openxmlformats.org/drawingml/2006/main">
            <a:pPr>
              <a:defRPr sz="6000" b="1">
                <a:solidFill>
                  <a:srgbClr val="193F30"/>
                </a:solidFill>
              </a:defRPr>
            </a:pPr>
            <a:r>
              <a:rPr sz="6000" b="1">
                <a:solidFill>
                  <a:srgbClr val="193F30"/>
                </a:solidFill>
              </a:rPr>
              <a:t>520</a:t>
            </a:r>
          </a:p>
        </p:txBody>
      </p:sp>
      <p:sp>
        <p:nvSpPr>
          <p:cNvPr id="8" name="pickups-label">
            <a:extLst xmlns:a="http://schemas.openxmlformats.org/drawingml/2006/main">
              <a:ext uri="{FF2B5EF4-FFF2-40B4-BE49-F238E27FC236}">
                <a16:creationId xmlns:a16="http://schemas.microsoft.com/office/drawing/2014/main" id="{AD2E713B-D691-40D6-894C-2DDEC646C241}"/>
              </a:ext>
            </a:extLst>
          </p:cNvPr>
          <p:cNvSpPr>
            <a:spLocks xmlns:a="http://schemas.openxmlformats.org/drawingml/2006/main" noGrp="1"/>
          </p:cNvSpPr>
          <p:nvPr/>
        </p:nvSpPr>
        <p:spPr>
          <a:xfrm xmlns:a="http://schemas.openxmlformats.org/drawingml/2006/main">
            <a:off x="7200900" y="3829050"/>
            <a:ext cx="428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626E63"/>
                </a:solidFill>
              </a:defRPr>
            </a:defPPr>
            <a:lvl1pPr>
              <a:defRPr sz="2100" b="0">
                <a:solidFill>
                  <a:srgbClr val="626E63"/>
                </a:solidFill>
              </a:defRPr>
            </a:lvl1pPr>
            <a:lvl2pPr>
              <a:defRPr sz="2100" b="0">
                <a:solidFill>
                  <a:srgbClr val="626E63"/>
                </a:solidFill>
              </a:defRPr>
            </a:lvl2pPr>
            <a:lvl3pPr>
              <a:defRPr sz="2100" b="0">
                <a:solidFill>
                  <a:srgbClr val="626E63"/>
                </a:solidFill>
              </a:defRPr>
            </a:lvl3pPr>
            <a:lvl4pPr>
              <a:defRPr sz="2100" b="0">
                <a:solidFill>
                  <a:srgbClr val="626E63"/>
                </a:solidFill>
              </a:defRPr>
            </a:lvl4pPr>
            <a:lvl5pPr>
              <a:defRPr sz="2100" b="0">
                <a:solidFill>
                  <a:srgbClr val="626E63"/>
                </a:solidFill>
              </a:defRPr>
            </a:lvl5pPr>
            <a:lvl6pPr>
              <a:defRPr sz="2100" b="0">
                <a:solidFill>
                  <a:srgbClr val="626E63"/>
                </a:solidFill>
              </a:defRPr>
            </a:lvl6pPr>
            <a:lvl7pPr>
              <a:defRPr sz="2100" b="0">
                <a:solidFill>
                  <a:srgbClr val="626E63"/>
                </a:solidFill>
              </a:defRPr>
            </a:lvl7pPr>
            <a:lvl8pPr>
              <a:defRPr sz="2100" b="0">
                <a:solidFill>
                  <a:srgbClr val="626E63"/>
                </a:solidFill>
              </a:defRPr>
            </a:lvl8pPr>
            <a:lvl9pPr>
              <a:defRPr sz="2100" b="0">
                <a:solidFill>
                  <a:srgbClr val="626E63"/>
                </a:solidFill>
              </a:defRPr>
            </a:lvl9pPr>
          </a:lstStyle>
          <a:p xmlns:a="http://schemas.openxmlformats.org/drawingml/2006/main">
            <a:pPr>
              <a:defRPr sz="2100" b="0">
                <a:solidFill>
                  <a:srgbClr val="626E63"/>
                </a:solidFill>
              </a:defRPr>
            </a:pPr>
            <a:r>
              <a:rPr sz="2100" b="0">
                <a:solidFill>
                  <a:srgbClr val="626E63"/>
                </a:solidFill>
              </a:rPr>
              <a:t>included pickups at full use</a:t>
            </a:r>
          </a:p>
        </p:txBody>
      </p:sp>
      <p:sp>
        <p:nvSpPr>
          <p:cNvPr id="9" name="per-pickup">
            <a:extLst xmlns:a="http://schemas.openxmlformats.org/drawingml/2006/main">
              <a:ext uri="{FF2B5EF4-FFF2-40B4-BE49-F238E27FC236}">
                <a16:creationId xmlns:a16="http://schemas.microsoft.com/office/drawing/2014/main" id="{EB6F9D7A-BFB9-467E-A557-EABDE484C467}"/>
              </a:ext>
            </a:extLst>
          </p:cNvPr>
          <p:cNvSpPr>
            <a:spLocks xmlns:a="http://schemas.openxmlformats.org/drawingml/2006/main" noGrp="1"/>
          </p:cNvSpPr>
          <p:nvPr/>
        </p:nvSpPr>
        <p:spPr>
          <a:xfrm xmlns:a="http://schemas.openxmlformats.org/drawingml/2006/main">
            <a:off x="666750" y="49815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6C68A8"/>
                </a:solidFill>
              </a:defRPr>
            </a:defPPr>
            <a:lvl1pPr>
              <a:defRPr sz="2775" b="1">
                <a:solidFill>
                  <a:srgbClr val="6C68A8"/>
                </a:solidFill>
              </a:defRPr>
            </a:lvl1pPr>
            <a:lvl2pPr>
              <a:defRPr sz="2775" b="1">
                <a:solidFill>
                  <a:srgbClr val="6C68A8"/>
                </a:solidFill>
              </a:defRPr>
            </a:lvl2pPr>
            <a:lvl3pPr>
              <a:defRPr sz="2775" b="1">
                <a:solidFill>
                  <a:srgbClr val="6C68A8"/>
                </a:solidFill>
              </a:defRPr>
            </a:lvl3pPr>
            <a:lvl4pPr>
              <a:defRPr sz="2775" b="1">
                <a:solidFill>
                  <a:srgbClr val="6C68A8"/>
                </a:solidFill>
              </a:defRPr>
            </a:lvl4pPr>
            <a:lvl5pPr>
              <a:defRPr sz="2775" b="1">
                <a:solidFill>
                  <a:srgbClr val="6C68A8"/>
                </a:solidFill>
              </a:defRPr>
            </a:lvl5pPr>
            <a:lvl6pPr>
              <a:defRPr sz="2775" b="1">
                <a:solidFill>
                  <a:srgbClr val="6C68A8"/>
                </a:solidFill>
              </a:defRPr>
            </a:lvl6pPr>
            <a:lvl7pPr>
              <a:defRPr sz="2775" b="1">
                <a:solidFill>
                  <a:srgbClr val="6C68A8"/>
                </a:solidFill>
              </a:defRPr>
            </a:lvl7pPr>
            <a:lvl8pPr>
              <a:defRPr sz="2775" b="1">
                <a:solidFill>
                  <a:srgbClr val="6C68A8"/>
                </a:solidFill>
              </a:defRPr>
            </a:lvl8pPr>
            <a:lvl9pPr>
              <a:defRPr sz="2775" b="1">
                <a:solidFill>
                  <a:srgbClr val="6C68A8"/>
                </a:solidFill>
              </a:defRPr>
            </a:lvl9pPr>
          </a:lstStyle>
          <a:p xmlns:a="http://schemas.openxmlformats.org/drawingml/2006/main">
            <a:pPr>
              <a:defRPr sz="2775" b="1">
                <a:solidFill>
                  <a:srgbClr val="6C68A8"/>
                </a:solidFill>
              </a:defRPr>
            </a:pPr>
            <a:r>
              <a:rPr sz="2775" b="1">
                <a:solidFill>
                  <a:srgbClr val="6C68A8"/>
                </a:solidFill>
              </a:rPr>
              <a:t>₹36.48 per included pickup before operating costs</a:t>
            </a:r>
          </a:p>
        </p:txBody>
      </p:sp>
      <p:sp>
        <p:nvSpPr>
          <p:cNvPr id="10" name="caveat">
            <a:extLst xmlns:a="http://schemas.openxmlformats.org/drawingml/2006/main">
              <a:ext uri="{FF2B5EF4-FFF2-40B4-BE49-F238E27FC236}">
                <a16:creationId xmlns:a16="http://schemas.microsoft.com/office/drawing/2014/main" id="{5D9B9C91-C333-4657-A552-E71DF7478AFE}"/>
              </a:ext>
            </a:extLst>
          </p:cNvPr>
          <p:cNvSpPr>
            <a:spLocks xmlns:a="http://schemas.openxmlformats.org/drawingml/2006/main" noGrp="1"/>
          </p:cNvSpPr>
          <p:nvPr/>
        </p:nvSpPr>
        <p:spPr>
          <a:xfrm xmlns:a="http://schemas.openxmlformats.org/drawingml/2006/main">
            <a:off x="666750" y="57912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626E63"/>
                </a:solidFill>
              </a:defRPr>
            </a:defPPr>
            <a:lvl1pPr>
              <a:defRPr sz="1725" b="0">
                <a:solidFill>
                  <a:srgbClr val="626E63"/>
                </a:solidFill>
              </a:defRPr>
            </a:lvl1pPr>
            <a:lvl2pPr>
              <a:defRPr sz="1725" b="0">
                <a:solidFill>
                  <a:srgbClr val="626E63"/>
                </a:solidFill>
              </a:defRPr>
            </a:lvl2pPr>
            <a:lvl3pPr>
              <a:defRPr sz="1725" b="0">
                <a:solidFill>
                  <a:srgbClr val="626E63"/>
                </a:solidFill>
              </a:defRPr>
            </a:lvl3pPr>
            <a:lvl4pPr>
              <a:defRPr sz="1725" b="0">
                <a:solidFill>
                  <a:srgbClr val="626E63"/>
                </a:solidFill>
              </a:defRPr>
            </a:lvl4pPr>
            <a:lvl5pPr>
              <a:defRPr sz="1725" b="0">
                <a:solidFill>
                  <a:srgbClr val="626E63"/>
                </a:solidFill>
              </a:defRPr>
            </a:lvl5pPr>
            <a:lvl6pPr>
              <a:defRPr sz="1725" b="0">
                <a:solidFill>
                  <a:srgbClr val="626E63"/>
                </a:solidFill>
              </a:defRPr>
            </a:lvl6pPr>
            <a:lvl7pPr>
              <a:defRPr sz="1725" b="0">
                <a:solidFill>
                  <a:srgbClr val="626E63"/>
                </a:solidFill>
              </a:defRPr>
            </a:lvl7pPr>
            <a:lvl8pPr>
              <a:defRPr sz="1725" b="0">
                <a:solidFill>
                  <a:srgbClr val="626E63"/>
                </a:solidFill>
              </a:defRPr>
            </a:lvl8pPr>
            <a:lvl9pPr>
              <a:defRPr sz="1725" b="0">
                <a:solidFill>
                  <a:srgbClr val="626E63"/>
                </a:solidFill>
              </a:defRPr>
            </a:lvl9pPr>
          </a:lstStyle>
          <a:p xmlns:a="http://schemas.openxmlformats.org/drawingml/2006/main">
            <a:pPr>
              <a:defRPr sz="1725" b="0">
                <a:solidFill>
                  <a:srgbClr val="626E63"/>
                </a:solidFill>
              </a:defRPr>
            </a:pPr>
            <a:r>
              <a:rPr sz="1725" b="0">
                <a:solidFill>
                  <a:srgbClr val="626E63"/>
                </a:solidFill>
              </a:rPr>
              <a:t>Planning scenario, not traction. Nearby collections share routes.</a:t>
            </a:r>
          </a:p>
        </p:txBody>
      </p:sp>
    </p:spTree>
    <p:extLst>
      <p:ext uri="{BB962C8B-B14F-4D97-AF65-F5344CB8AC3E}">
        <p14:creationId xmlns:p14="http://schemas.microsoft.com/office/powerpoint/2010/main" val="1692059596"/>
      </p:ext>
    </p:extLst>
  </p:cSld>
</p:sld>
</file>

<file path=ppt/slides/slide10.xml><?xml version="1.0" encoding="utf-8"?>
<p:sld xmlns:p="http://schemas.openxmlformats.org/presentationml/2006/main">
  <p:cSld>
    <p:bg>
      <p:bgPr>
        <a:solidFill xmlns:a="http://schemas.openxmlformats.org/drawingml/2006/main">
          <a:srgbClr val="193F30"/>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47831C89-921B-4B5E-905B-518A728D698A}"/>
              </a:ext>
            </a:extLst>
          </p:cNvPr>
          <p:cNvSpPr>
            <a:spLocks xmlns:a="http://schemas.openxmlformats.org/drawingml/2006/main" noGrp="1"/>
          </p:cNvSpPr>
          <p:nvPr/>
        </p:nvSpPr>
        <p:spPr>
          <a:xfrm xmlns:a="http://schemas.openxmlformats.org/drawingml/2006/main">
            <a:off x="647700" y="55245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F7F8F3"/>
                </a:solidFill>
              </a:defRPr>
            </a:defPPr>
            <a:lvl1pPr>
              <a:defRPr sz="3600" b="1">
                <a:solidFill>
                  <a:srgbClr val="F7F8F3"/>
                </a:solidFill>
              </a:defRPr>
            </a:lvl1pPr>
            <a:lvl2pPr>
              <a:defRPr sz="3600" b="1">
                <a:solidFill>
                  <a:srgbClr val="F7F8F3"/>
                </a:solidFill>
              </a:defRPr>
            </a:lvl2pPr>
            <a:lvl3pPr>
              <a:defRPr sz="3600" b="1">
                <a:solidFill>
                  <a:srgbClr val="F7F8F3"/>
                </a:solidFill>
              </a:defRPr>
            </a:lvl3pPr>
            <a:lvl4pPr>
              <a:defRPr sz="3600" b="1">
                <a:solidFill>
                  <a:srgbClr val="F7F8F3"/>
                </a:solidFill>
              </a:defRPr>
            </a:lvl4pPr>
            <a:lvl5pPr>
              <a:defRPr sz="3600" b="1">
                <a:solidFill>
                  <a:srgbClr val="F7F8F3"/>
                </a:solidFill>
              </a:defRPr>
            </a:lvl5pPr>
            <a:lvl6pPr>
              <a:defRPr sz="3600" b="1">
                <a:solidFill>
                  <a:srgbClr val="F7F8F3"/>
                </a:solidFill>
              </a:defRPr>
            </a:lvl6pPr>
            <a:lvl7pPr>
              <a:defRPr sz="3600" b="1">
                <a:solidFill>
                  <a:srgbClr val="F7F8F3"/>
                </a:solidFill>
              </a:defRPr>
            </a:lvl7pPr>
            <a:lvl8pPr>
              <a:defRPr sz="3600" b="1">
                <a:solidFill>
                  <a:srgbClr val="F7F8F3"/>
                </a:solidFill>
              </a:defRPr>
            </a:lvl8pPr>
            <a:lvl9pPr>
              <a:defRPr sz="3600" b="1">
                <a:solidFill>
                  <a:srgbClr val="F7F8F3"/>
                </a:solidFill>
              </a:defRPr>
            </a:lvl9pPr>
          </a:lstStyle>
          <a:p xmlns:a="http://schemas.openxmlformats.org/drawingml/2006/main">
            <a:pPr>
              <a:defRPr sz="3600" b="1">
                <a:solidFill>
                  <a:srgbClr val="F7F8F3"/>
                </a:solidFill>
              </a:defRPr>
            </a:pPr>
            <a:r>
              <a:rPr sz="3600" b="1">
                <a:solidFill>
                  <a:srgbClr val="F7F8F3"/>
                </a:solidFill>
              </a:rPr>
              <a:t>Our next step: one housing society</a:t>
            </a:r>
          </a:p>
        </p:txBody>
      </p:sp>
      <p:sp>
        <p:nvSpPr>
          <p:cNvPr id="2" name="brand">
            <a:extLst xmlns:a="http://schemas.openxmlformats.org/drawingml/2006/main">
              <a:ext uri="{FF2B5EF4-FFF2-40B4-BE49-F238E27FC236}">
                <a16:creationId xmlns:a16="http://schemas.microsoft.com/office/drawing/2014/main" id="{67F0D9C9-08EE-4955-BA85-5E6A577ADCD8}"/>
              </a:ext>
            </a:extLst>
          </p:cNvPr>
          <p:cNvSpPr>
            <a:spLocks xmlns:a="http://schemas.openxmlformats.org/drawingml/2006/main" noGrp="1"/>
          </p:cNvSpPr>
          <p:nvPr/>
        </p:nvSpPr>
        <p:spPr>
          <a:xfrm xmlns:a="http://schemas.openxmlformats.org/drawingml/2006/main">
            <a:off x="647700" y="636270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DDE5D5"/>
                </a:solidFill>
              </a:defRPr>
            </a:defPPr>
            <a:lvl1pPr>
              <a:defRPr sz="1350" b="0">
                <a:solidFill>
                  <a:srgbClr val="DDE5D5"/>
                </a:solidFill>
              </a:defRPr>
            </a:lvl1pPr>
            <a:lvl2pPr>
              <a:defRPr sz="1350" b="0">
                <a:solidFill>
                  <a:srgbClr val="DDE5D5"/>
                </a:solidFill>
              </a:defRPr>
            </a:lvl2pPr>
            <a:lvl3pPr>
              <a:defRPr sz="1350" b="0">
                <a:solidFill>
                  <a:srgbClr val="DDE5D5"/>
                </a:solidFill>
              </a:defRPr>
            </a:lvl3pPr>
            <a:lvl4pPr>
              <a:defRPr sz="1350" b="0">
                <a:solidFill>
                  <a:srgbClr val="DDE5D5"/>
                </a:solidFill>
              </a:defRPr>
            </a:lvl4pPr>
            <a:lvl5pPr>
              <a:defRPr sz="1350" b="0">
                <a:solidFill>
                  <a:srgbClr val="DDE5D5"/>
                </a:solidFill>
              </a:defRPr>
            </a:lvl5pPr>
            <a:lvl6pPr>
              <a:defRPr sz="1350" b="0">
                <a:solidFill>
                  <a:srgbClr val="DDE5D5"/>
                </a:solidFill>
              </a:defRPr>
            </a:lvl6pPr>
            <a:lvl7pPr>
              <a:defRPr sz="1350" b="0">
                <a:solidFill>
                  <a:srgbClr val="DDE5D5"/>
                </a:solidFill>
              </a:defRPr>
            </a:lvl7pPr>
            <a:lvl8pPr>
              <a:defRPr sz="1350" b="0">
                <a:solidFill>
                  <a:srgbClr val="DDE5D5"/>
                </a:solidFill>
              </a:defRPr>
            </a:lvl8pPr>
            <a:lvl9pPr>
              <a:defRPr sz="1350" b="0">
                <a:solidFill>
                  <a:srgbClr val="DDE5D5"/>
                </a:solidFill>
              </a:defRPr>
            </a:lvl9pPr>
          </a:lstStyle>
          <a:p xmlns:a="http://schemas.openxmlformats.org/drawingml/2006/main">
            <a:pPr>
              <a:defRPr sz="1350" b="0">
                <a:solidFill>
                  <a:srgbClr val="DDE5D5"/>
                </a:solidFill>
              </a:defRPr>
            </a:pPr>
            <a:r>
              <a:rPr sz="1350" b="0">
                <a:solidFill>
                  <a:srgbClr val="DDE5D5"/>
                </a:solidFill>
              </a:rPr>
              <a:t>Waste Right</a:t>
            </a:r>
          </a:p>
        </p:txBody>
      </p:sp>
      <p:sp>
        <p:nvSpPr>
          <p:cNvPr id="3" name="page-number">
            <a:extLst xmlns:a="http://schemas.openxmlformats.org/drawingml/2006/main">
              <a:ext uri="{FF2B5EF4-FFF2-40B4-BE49-F238E27FC236}">
                <a16:creationId xmlns:a16="http://schemas.microsoft.com/office/drawing/2014/main" id="{6D4B4FBC-4700-4D47-ADE3-977601C1D61B}"/>
              </a:ext>
            </a:extLst>
          </p:cNvPr>
          <p:cNvSpPr>
            <a:spLocks xmlns:a="http://schemas.openxmlformats.org/drawingml/2006/main" noGrp="1"/>
          </p:cNvSpPr>
          <p:nvPr/>
        </p:nvSpPr>
        <p:spPr>
          <a:xfrm xmlns:a="http://schemas.openxmlformats.org/drawingml/2006/main">
            <a:off x="11049000" y="63627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DDE5D5"/>
                </a:solidFill>
              </a:defRPr>
            </a:defPPr>
            <a:lvl1pPr>
              <a:defRPr sz="1350" b="0">
                <a:solidFill>
                  <a:srgbClr val="DDE5D5"/>
                </a:solidFill>
              </a:defRPr>
            </a:lvl1pPr>
            <a:lvl2pPr>
              <a:defRPr sz="1350" b="0">
                <a:solidFill>
                  <a:srgbClr val="DDE5D5"/>
                </a:solidFill>
              </a:defRPr>
            </a:lvl2pPr>
            <a:lvl3pPr>
              <a:defRPr sz="1350" b="0">
                <a:solidFill>
                  <a:srgbClr val="DDE5D5"/>
                </a:solidFill>
              </a:defRPr>
            </a:lvl3pPr>
            <a:lvl4pPr>
              <a:defRPr sz="1350" b="0">
                <a:solidFill>
                  <a:srgbClr val="DDE5D5"/>
                </a:solidFill>
              </a:defRPr>
            </a:lvl4pPr>
            <a:lvl5pPr>
              <a:defRPr sz="1350" b="0">
                <a:solidFill>
                  <a:srgbClr val="DDE5D5"/>
                </a:solidFill>
              </a:defRPr>
            </a:lvl5pPr>
            <a:lvl6pPr>
              <a:defRPr sz="1350" b="0">
                <a:solidFill>
                  <a:srgbClr val="DDE5D5"/>
                </a:solidFill>
              </a:defRPr>
            </a:lvl6pPr>
            <a:lvl7pPr>
              <a:defRPr sz="1350" b="0">
                <a:solidFill>
                  <a:srgbClr val="DDE5D5"/>
                </a:solidFill>
              </a:defRPr>
            </a:lvl7pPr>
            <a:lvl8pPr>
              <a:defRPr sz="1350" b="0">
                <a:solidFill>
                  <a:srgbClr val="DDE5D5"/>
                </a:solidFill>
              </a:defRPr>
            </a:lvl8pPr>
            <a:lvl9pPr>
              <a:defRPr sz="1350" b="0">
                <a:solidFill>
                  <a:srgbClr val="DDE5D5"/>
                </a:solidFill>
              </a:defRPr>
            </a:lvl9pPr>
          </a:lstStyle>
          <a:p xmlns:a="http://schemas.openxmlformats.org/drawingml/2006/main">
            <a:pPr>
              <a:defRPr sz="1350" b="0">
                <a:solidFill>
                  <a:srgbClr val="DDE5D5"/>
                </a:solidFill>
              </a:defRPr>
            </a:pPr>
            <a:r>
              <a:rPr sz="1350" b="0">
                <a:solidFill>
                  <a:srgbClr val="DDE5D5"/>
                </a:solidFill>
              </a:rPr>
              <a:t>10</a:t>
            </a:r>
          </a:p>
        </p:txBody>
      </p:sp>
      <p:sp>
        <p:nvSpPr>
          <p:cNvPr id="4" name="pilot-size">
            <a:extLst xmlns:a="http://schemas.openxmlformats.org/drawingml/2006/main">
              <a:ext uri="{FF2B5EF4-FFF2-40B4-BE49-F238E27FC236}">
                <a16:creationId xmlns:a16="http://schemas.microsoft.com/office/drawing/2014/main" id="{63763171-98C3-4110-AE55-FEBEB830D882}"/>
              </a:ext>
            </a:extLst>
          </p:cNvPr>
          <p:cNvSpPr>
            <a:spLocks xmlns:a="http://schemas.openxmlformats.org/drawingml/2006/main" noGrp="1"/>
          </p:cNvSpPr>
          <p:nvPr/>
        </p:nvSpPr>
        <p:spPr>
          <a:xfrm xmlns:a="http://schemas.openxmlformats.org/drawingml/2006/main">
            <a:off x="666750" y="2047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F7F8F3"/>
                </a:solidFill>
              </a:defRPr>
            </a:defPPr>
            <a:lvl1pPr>
              <a:defRPr sz="5700" b="1">
                <a:solidFill>
                  <a:srgbClr val="F7F8F3"/>
                </a:solidFill>
              </a:defRPr>
            </a:lvl1pPr>
            <a:lvl2pPr>
              <a:defRPr sz="5700" b="1">
                <a:solidFill>
                  <a:srgbClr val="F7F8F3"/>
                </a:solidFill>
              </a:defRPr>
            </a:lvl2pPr>
            <a:lvl3pPr>
              <a:defRPr sz="5700" b="1">
                <a:solidFill>
                  <a:srgbClr val="F7F8F3"/>
                </a:solidFill>
              </a:defRPr>
            </a:lvl3pPr>
            <a:lvl4pPr>
              <a:defRPr sz="5700" b="1">
                <a:solidFill>
                  <a:srgbClr val="F7F8F3"/>
                </a:solidFill>
              </a:defRPr>
            </a:lvl4pPr>
            <a:lvl5pPr>
              <a:defRPr sz="5700" b="1">
                <a:solidFill>
                  <a:srgbClr val="F7F8F3"/>
                </a:solidFill>
              </a:defRPr>
            </a:lvl5pPr>
            <a:lvl6pPr>
              <a:defRPr sz="5700" b="1">
                <a:solidFill>
                  <a:srgbClr val="F7F8F3"/>
                </a:solidFill>
              </a:defRPr>
            </a:lvl6pPr>
            <a:lvl7pPr>
              <a:defRPr sz="5700" b="1">
                <a:solidFill>
                  <a:srgbClr val="F7F8F3"/>
                </a:solidFill>
              </a:defRPr>
            </a:lvl7pPr>
            <a:lvl8pPr>
              <a:defRPr sz="5700" b="1">
                <a:solidFill>
                  <a:srgbClr val="F7F8F3"/>
                </a:solidFill>
              </a:defRPr>
            </a:lvl8pPr>
            <a:lvl9pPr>
              <a:defRPr sz="5700" b="1">
                <a:solidFill>
                  <a:srgbClr val="F7F8F3"/>
                </a:solidFill>
              </a:defRPr>
            </a:lvl9pPr>
          </a:lstStyle>
          <a:p xmlns:a="http://schemas.openxmlformats.org/drawingml/2006/main">
            <a:pPr>
              <a:defRPr sz="5700" b="1">
                <a:solidFill>
                  <a:srgbClr val="F7F8F3"/>
                </a:solidFill>
              </a:defRPr>
            </a:pPr>
            <a:r>
              <a:rPr sz="5700" b="1">
                <a:solidFill>
                  <a:srgbClr val="F7F8F3"/>
                </a:solidFill>
              </a:rPr>
              <a:t>30 households</a:t>
            </a:r>
          </a:p>
        </p:txBody>
      </p:sp>
      <p:sp>
        <p:nvSpPr>
          <p:cNvPr id="5" name="pilot-time">
            <a:extLst xmlns:a="http://schemas.openxmlformats.org/drawingml/2006/main">
              <a:ext uri="{FF2B5EF4-FFF2-40B4-BE49-F238E27FC236}">
                <a16:creationId xmlns:a16="http://schemas.microsoft.com/office/drawing/2014/main" id="{86E23993-62AA-4000-8736-56B69DB112CC}"/>
              </a:ext>
            </a:extLst>
          </p:cNvPr>
          <p:cNvSpPr>
            <a:spLocks xmlns:a="http://schemas.openxmlformats.org/drawingml/2006/main" noGrp="1"/>
          </p:cNvSpPr>
          <p:nvPr/>
        </p:nvSpPr>
        <p:spPr>
          <a:xfrm xmlns:a="http://schemas.openxmlformats.org/drawingml/2006/main">
            <a:off x="666750" y="3143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400" b="1">
                <a:solidFill>
                  <a:srgbClr val="DDE5D5"/>
                </a:solidFill>
              </a:defRPr>
            </a:defPPr>
            <a:lvl1pPr>
              <a:defRPr sz="5400" b="1">
                <a:solidFill>
                  <a:srgbClr val="DDE5D5"/>
                </a:solidFill>
              </a:defRPr>
            </a:lvl1pPr>
            <a:lvl2pPr>
              <a:defRPr sz="5400" b="1">
                <a:solidFill>
                  <a:srgbClr val="DDE5D5"/>
                </a:solidFill>
              </a:defRPr>
            </a:lvl2pPr>
            <a:lvl3pPr>
              <a:defRPr sz="5400" b="1">
                <a:solidFill>
                  <a:srgbClr val="DDE5D5"/>
                </a:solidFill>
              </a:defRPr>
            </a:lvl3pPr>
            <a:lvl4pPr>
              <a:defRPr sz="5400" b="1">
                <a:solidFill>
                  <a:srgbClr val="DDE5D5"/>
                </a:solidFill>
              </a:defRPr>
            </a:lvl4pPr>
            <a:lvl5pPr>
              <a:defRPr sz="5400" b="1">
                <a:solidFill>
                  <a:srgbClr val="DDE5D5"/>
                </a:solidFill>
              </a:defRPr>
            </a:lvl5pPr>
            <a:lvl6pPr>
              <a:defRPr sz="5400" b="1">
                <a:solidFill>
                  <a:srgbClr val="DDE5D5"/>
                </a:solidFill>
              </a:defRPr>
            </a:lvl6pPr>
            <a:lvl7pPr>
              <a:defRPr sz="5400" b="1">
                <a:solidFill>
                  <a:srgbClr val="DDE5D5"/>
                </a:solidFill>
              </a:defRPr>
            </a:lvl7pPr>
            <a:lvl8pPr>
              <a:defRPr sz="5400" b="1">
                <a:solidFill>
                  <a:srgbClr val="DDE5D5"/>
                </a:solidFill>
              </a:defRPr>
            </a:lvl8pPr>
            <a:lvl9pPr>
              <a:defRPr sz="5400" b="1">
                <a:solidFill>
                  <a:srgbClr val="DDE5D5"/>
                </a:solidFill>
              </a:defRPr>
            </a:lvl9pPr>
          </a:lstStyle>
          <a:p xmlns:a="http://schemas.openxmlformats.org/drawingml/2006/main">
            <a:pPr>
              <a:defRPr sz="5400" b="1">
                <a:solidFill>
                  <a:srgbClr val="DDE5D5"/>
                </a:solidFill>
              </a:defRPr>
            </a:pPr>
            <a:r>
              <a:rPr sz="5400" b="1">
                <a:solidFill>
                  <a:srgbClr val="DDE5D5"/>
                </a:solidFill>
              </a:rPr>
              <a:t>30 days</a:t>
            </a:r>
          </a:p>
        </p:txBody>
      </p:sp>
      <p:sp>
        <p:nvSpPr>
          <p:cNvPr id="6" name="pilot-ask">
            <a:extLst xmlns:a="http://schemas.openxmlformats.org/drawingml/2006/main">
              <a:ext uri="{FF2B5EF4-FFF2-40B4-BE49-F238E27FC236}">
                <a16:creationId xmlns:a16="http://schemas.microsoft.com/office/drawing/2014/main" id="{B197CC20-F3E3-4A35-8AF9-BD611F600616}"/>
              </a:ext>
            </a:extLst>
          </p:cNvPr>
          <p:cNvSpPr>
            <a:spLocks xmlns:a="http://schemas.openxmlformats.org/drawingml/2006/main" noGrp="1"/>
          </p:cNvSpPr>
          <p:nvPr/>
        </p:nvSpPr>
        <p:spPr>
          <a:xfrm xmlns:a="http://schemas.openxmlformats.org/drawingml/2006/main">
            <a:off x="666750" y="43624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F7F8F3"/>
                </a:solidFill>
              </a:defRPr>
            </a:defPPr>
            <a:lvl1pPr>
              <a:defRPr sz="2475" b="1">
                <a:solidFill>
                  <a:srgbClr val="F7F8F3"/>
                </a:solidFill>
              </a:defRPr>
            </a:lvl1pPr>
            <a:lvl2pPr>
              <a:defRPr sz="2475" b="1">
                <a:solidFill>
                  <a:srgbClr val="F7F8F3"/>
                </a:solidFill>
              </a:defRPr>
            </a:lvl2pPr>
            <a:lvl3pPr>
              <a:defRPr sz="2475" b="1">
                <a:solidFill>
                  <a:srgbClr val="F7F8F3"/>
                </a:solidFill>
              </a:defRPr>
            </a:lvl3pPr>
            <a:lvl4pPr>
              <a:defRPr sz="2475" b="1">
                <a:solidFill>
                  <a:srgbClr val="F7F8F3"/>
                </a:solidFill>
              </a:defRPr>
            </a:lvl4pPr>
            <a:lvl5pPr>
              <a:defRPr sz="2475" b="1">
                <a:solidFill>
                  <a:srgbClr val="F7F8F3"/>
                </a:solidFill>
              </a:defRPr>
            </a:lvl5pPr>
            <a:lvl6pPr>
              <a:defRPr sz="2475" b="1">
                <a:solidFill>
                  <a:srgbClr val="F7F8F3"/>
                </a:solidFill>
              </a:defRPr>
            </a:lvl6pPr>
            <a:lvl7pPr>
              <a:defRPr sz="2475" b="1">
                <a:solidFill>
                  <a:srgbClr val="F7F8F3"/>
                </a:solidFill>
              </a:defRPr>
            </a:lvl7pPr>
            <a:lvl8pPr>
              <a:defRPr sz="2475" b="1">
                <a:solidFill>
                  <a:srgbClr val="F7F8F3"/>
                </a:solidFill>
              </a:defRPr>
            </a:lvl8pPr>
            <a:lvl9pPr>
              <a:defRPr sz="2475" b="1">
                <a:solidFill>
                  <a:srgbClr val="F7F8F3"/>
                </a:solidFill>
              </a:defRPr>
            </a:lvl9pPr>
          </a:lstStyle>
          <a:p xmlns:a="http://schemas.openxmlformats.org/drawingml/2006/main">
            <a:pPr>
              <a:defRPr sz="2475" b="1">
                <a:solidFill>
                  <a:srgbClr val="F7F8F3"/>
                </a:solidFill>
              </a:defRPr>
            </a:pPr>
            <a:r>
              <a:rPr sz="2475" b="1">
                <a:solidFill>
                  <a:srgbClr val="F7F8F3"/>
                </a:solidFill>
              </a:rPr>
              <a:t>We are seeking a pilot housing society and collection partners</a:t>
            </a:r>
          </a:p>
        </p:txBody>
      </p:sp>
      <p:sp>
        <p:nvSpPr>
          <p:cNvPr id="7" name="pilot-measures">
            <a:extLst xmlns:a="http://schemas.openxmlformats.org/drawingml/2006/main">
              <a:ext uri="{FF2B5EF4-FFF2-40B4-BE49-F238E27FC236}">
                <a16:creationId xmlns:a16="http://schemas.microsoft.com/office/drawing/2014/main" id="{C47FA9ED-1D81-41C3-86F2-EDDE96327CD5}"/>
              </a:ext>
            </a:extLst>
          </p:cNvPr>
          <p:cNvSpPr>
            <a:spLocks xmlns:a="http://schemas.openxmlformats.org/drawingml/2006/main" noGrp="1"/>
          </p:cNvSpPr>
          <p:nvPr/>
        </p:nvSpPr>
        <p:spPr>
          <a:xfrm xmlns:a="http://schemas.openxmlformats.org/drawingml/2006/main">
            <a:off x="666750" y="5391150"/>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DDE5D5"/>
                </a:solidFill>
              </a:defRPr>
            </a:defPPr>
            <a:lvl1pPr>
              <a:defRPr sz="2025" b="0">
                <a:solidFill>
                  <a:srgbClr val="DDE5D5"/>
                </a:solidFill>
              </a:defRPr>
            </a:lvl1pPr>
            <a:lvl2pPr>
              <a:defRPr sz="2025" b="0">
                <a:solidFill>
                  <a:srgbClr val="DDE5D5"/>
                </a:solidFill>
              </a:defRPr>
            </a:lvl2pPr>
            <a:lvl3pPr>
              <a:defRPr sz="2025" b="0">
                <a:solidFill>
                  <a:srgbClr val="DDE5D5"/>
                </a:solidFill>
              </a:defRPr>
            </a:lvl3pPr>
            <a:lvl4pPr>
              <a:defRPr sz="2025" b="0">
                <a:solidFill>
                  <a:srgbClr val="DDE5D5"/>
                </a:solidFill>
              </a:defRPr>
            </a:lvl4pPr>
            <a:lvl5pPr>
              <a:defRPr sz="2025" b="0">
                <a:solidFill>
                  <a:srgbClr val="DDE5D5"/>
                </a:solidFill>
              </a:defRPr>
            </a:lvl5pPr>
            <a:lvl6pPr>
              <a:defRPr sz="2025" b="0">
                <a:solidFill>
                  <a:srgbClr val="DDE5D5"/>
                </a:solidFill>
              </a:defRPr>
            </a:lvl6pPr>
            <a:lvl7pPr>
              <a:defRPr sz="2025" b="0">
                <a:solidFill>
                  <a:srgbClr val="DDE5D5"/>
                </a:solidFill>
              </a:defRPr>
            </a:lvl7pPr>
            <a:lvl8pPr>
              <a:defRPr sz="2025" b="0">
                <a:solidFill>
                  <a:srgbClr val="DDE5D5"/>
                </a:solidFill>
              </a:defRPr>
            </a:lvl8pPr>
            <a:lvl9pPr>
              <a:defRPr sz="2025" b="0">
                <a:solidFill>
                  <a:srgbClr val="DDE5D5"/>
                </a:solidFill>
              </a:defRPr>
            </a:lvl9pPr>
          </a:lstStyle>
          <a:p xmlns:a="http://schemas.openxmlformats.org/drawingml/2006/main">
            <a:pPr>
              <a:defRPr sz="2025" b="0">
                <a:solidFill>
                  <a:srgbClr val="DDE5D5"/>
                </a:solidFill>
              </a:defRPr>
            </a:pPr>
            <a:r>
              <a:rPr sz="2025" b="0">
                <a:solidFill>
                  <a:srgbClr val="DDE5D5"/>
                </a:solidFill>
              </a:rPr>
              <a:t>Measure collection cost, reliable pickups, repeat bookings</a:t>
            </a:r>
          </a:p>
          <a:p xmlns:a="http://schemas.openxmlformats.org/drawingml/2006/main">
            <a:pPr>
              <a:defRPr sz="2025" b="0">
                <a:solidFill>
                  <a:srgbClr val="DDE5D5"/>
                </a:solidFill>
              </a:defRPr>
            </a:pPr>
            <a:r>
              <a:rPr sz="2025" b="0">
                <a:solidFill>
                  <a:srgbClr val="DDE5D5"/>
                </a:solidFill>
              </a:rPr>
              <a:t>and receipt disputes before expanding.</a:t>
            </a:r>
          </a:p>
        </p:txBody>
      </p:sp>
    </p:spTree>
    <p:extLst>
      <p:ext uri="{BB962C8B-B14F-4D97-AF65-F5344CB8AC3E}">
        <p14:creationId xmlns:p14="http://schemas.microsoft.com/office/powerpoint/2010/main" val="12931157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2026-10-23T18:55:47.3260000Z</dcterms:created>
  <dcterms:modified xsi:type="dcterms:W3CDTF">2026-10-23T18:55:47.3260000Z</dcterms:modified>
</coreProperties>
</file>